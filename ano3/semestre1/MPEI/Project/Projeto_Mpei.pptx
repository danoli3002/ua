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20D5D8-CB69-0135-D4A6-4D17D87EAB9A}"/>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p>
        </p:txBody>
      </p:sp>
      <p:sp>
        <p:nvSpPr>
          <p:cNvPr id="3" name="Subtítulo 2">
            <a:extLst>
              <a:ext uri="{FF2B5EF4-FFF2-40B4-BE49-F238E27FC236}">
                <a16:creationId xmlns:a16="http://schemas.microsoft.com/office/drawing/2014/main" id="{94BC39F3-6518-90C7-624C-F842C9E211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p>
        </p:txBody>
      </p:sp>
      <p:sp>
        <p:nvSpPr>
          <p:cNvPr id="4" name="Marcador de Posição da Data 3">
            <a:extLst>
              <a:ext uri="{FF2B5EF4-FFF2-40B4-BE49-F238E27FC236}">
                <a16:creationId xmlns:a16="http://schemas.microsoft.com/office/drawing/2014/main" id="{2A35386F-4801-39AB-CB75-001ACCA62D5C}"/>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5" name="Marcador de Posição do Rodapé 4">
            <a:extLst>
              <a:ext uri="{FF2B5EF4-FFF2-40B4-BE49-F238E27FC236}">
                <a16:creationId xmlns:a16="http://schemas.microsoft.com/office/drawing/2014/main" id="{A3EC6670-FA34-2D55-CB55-BF6BC88CB8FA}"/>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C08E7046-F927-7AFD-6F3C-E41A2E6182BC}"/>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3141526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535D20-E484-4FB5-5667-93881469D315}"/>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17DBEB5B-E9A7-AD79-482B-75058A37D570}"/>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E4FDB670-94FB-5DCA-BC70-5F818E6345D9}"/>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5" name="Marcador de Posição do Rodapé 4">
            <a:extLst>
              <a:ext uri="{FF2B5EF4-FFF2-40B4-BE49-F238E27FC236}">
                <a16:creationId xmlns:a16="http://schemas.microsoft.com/office/drawing/2014/main" id="{6B7AC7B4-69B1-89B3-FBAD-EF33B796CC7B}"/>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032FA0C0-5298-CFC3-AF91-143D8488C11D}"/>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243213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1EAE1-E1BE-1141-2387-B13C1ADDFCED}"/>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AA25B3FC-E96E-9FE3-BBA9-2E2FB309A3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05EF228F-B7D2-9F16-A304-EAD212FF70DC}"/>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5" name="Marcador de Posição do Rodapé 4">
            <a:extLst>
              <a:ext uri="{FF2B5EF4-FFF2-40B4-BE49-F238E27FC236}">
                <a16:creationId xmlns:a16="http://schemas.microsoft.com/office/drawing/2014/main" id="{3A486DC1-CECD-E5A6-3520-C2BD8F281E73}"/>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BEDEDF80-DFE4-54C1-26E8-14BCDE6BFA7E}"/>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3733806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03C502-23BF-FE2C-3077-3FB648924E9C}"/>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0DD942A1-8D15-531E-0F78-031DB2521239}"/>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e Conteúdo 3">
            <a:extLst>
              <a:ext uri="{FF2B5EF4-FFF2-40B4-BE49-F238E27FC236}">
                <a16:creationId xmlns:a16="http://schemas.microsoft.com/office/drawing/2014/main" id="{AC7DF1CE-751E-3472-C8EE-842C2EAA52D5}"/>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a Data 4">
            <a:extLst>
              <a:ext uri="{FF2B5EF4-FFF2-40B4-BE49-F238E27FC236}">
                <a16:creationId xmlns:a16="http://schemas.microsoft.com/office/drawing/2014/main" id="{D03453BD-2917-A011-A370-A6D54B0B1C37}"/>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6" name="Marcador de Posição do Rodapé 5">
            <a:extLst>
              <a:ext uri="{FF2B5EF4-FFF2-40B4-BE49-F238E27FC236}">
                <a16:creationId xmlns:a16="http://schemas.microsoft.com/office/drawing/2014/main" id="{9766B44F-31EF-538C-64CD-7F97E07F290D}"/>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A6E04AFC-E177-82EE-F523-F43DB1D7B9AC}"/>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2938794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5B0E05-15F3-BC31-E3C9-05C4AE690FE7}"/>
              </a:ext>
            </a:extLst>
          </p:cNvPr>
          <p:cNvSpPr>
            <a:spLocks noGrp="1"/>
          </p:cNvSpPr>
          <p:nvPr>
            <p:ph type="title"/>
          </p:nvPr>
        </p:nvSpPr>
        <p:spPr>
          <a:xfrm>
            <a:off x="839788" y="365125"/>
            <a:ext cx="10515600" cy="1325563"/>
          </a:xfrm>
        </p:spPr>
        <p:txBody>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DB690E5A-9E9B-0CE8-2117-3012E4E42A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859B4A26-1036-C26E-2872-4A3BE41E06A2}"/>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Texto 4">
            <a:extLst>
              <a:ext uri="{FF2B5EF4-FFF2-40B4-BE49-F238E27FC236}">
                <a16:creationId xmlns:a16="http://schemas.microsoft.com/office/drawing/2014/main" id="{121466DF-70F2-48CE-18BA-208392E026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1B5EC255-9F18-8A0B-BDD7-956343E1DE8C}"/>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7" name="Marcador de Posição da Data 6">
            <a:extLst>
              <a:ext uri="{FF2B5EF4-FFF2-40B4-BE49-F238E27FC236}">
                <a16:creationId xmlns:a16="http://schemas.microsoft.com/office/drawing/2014/main" id="{DFACAB3F-67F1-C82D-857A-90DF5D628806}"/>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8" name="Marcador de Posição do Rodapé 7">
            <a:extLst>
              <a:ext uri="{FF2B5EF4-FFF2-40B4-BE49-F238E27FC236}">
                <a16:creationId xmlns:a16="http://schemas.microsoft.com/office/drawing/2014/main" id="{87F81F83-0FAE-09F3-11EF-6F92C5D76837}"/>
              </a:ext>
            </a:extLst>
          </p:cNvPr>
          <p:cNvSpPr>
            <a:spLocks noGrp="1"/>
          </p:cNvSpPr>
          <p:nvPr>
            <p:ph type="ftr" sz="quarter" idx="11"/>
          </p:nvPr>
        </p:nvSpPr>
        <p:spPr/>
        <p:txBody>
          <a:bodyPr/>
          <a:lstStyle/>
          <a:p>
            <a:endParaRPr lang="pt-PT"/>
          </a:p>
        </p:txBody>
      </p:sp>
      <p:sp>
        <p:nvSpPr>
          <p:cNvPr id="9" name="Marcador de Posição do Número do Diapositivo 8">
            <a:extLst>
              <a:ext uri="{FF2B5EF4-FFF2-40B4-BE49-F238E27FC236}">
                <a16:creationId xmlns:a16="http://schemas.microsoft.com/office/drawing/2014/main" id="{7B05C0E5-0047-8D34-F495-685603C48058}"/>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3192074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1F7103-E72E-CDFA-773E-78B502186319}"/>
              </a:ext>
            </a:extLst>
          </p:cNvPr>
          <p:cNvSpPr>
            <a:spLocks noGrp="1"/>
          </p:cNvSpPr>
          <p:nvPr>
            <p:ph type="title"/>
          </p:nvPr>
        </p:nvSpPr>
        <p:spPr/>
        <p:txBody>
          <a:bodyPr/>
          <a:lstStyle/>
          <a:p>
            <a:r>
              <a:rPr lang="pt-PT"/>
              <a:t>Clique para editar o estilo de título do Modelo Global</a:t>
            </a:r>
          </a:p>
        </p:txBody>
      </p:sp>
      <p:sp>
        <p:nvSpPr>
          <p:cNvPr id="3" name="Marcador de Posição da Data 2">
            <a:extLst>
              <a:ext uri="{FF2B5EF4-FFF2-40B4-BE49-F238E27FC236}">
                <a16:creationId xmlns:a16="http://schemas.microsoft.com/office/drawing/2014/main" id="{6F0B40D3-0A47-13E0-164D-837C35A752A7}"/>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4" name="Marcador de Posição do Rodapé 3">
            <a:extLst>
              <a:ext uri="{FF2B5EF4-FFF2-40B4-BE49-F238E27FC236}">
                <a16:creationId xmlns:a16="http://schemas.microsoft.com/office/drawing/2014/main" id="{B06EB568-E44C-149E-C802-A44A39C9C71C}"/>
              </a:ext>
            </a:extLst>
          </p:cNvPr>
          <p:cNvSpPr>
            <a:spLocks noGrp="1"/>
          </p:cNvSpPr>
          <p:nvPr>
            <p:ph type="ftr" sz="quarter" idx="11"/>
          </p:nvPr>
        </p:nvSpPr>
        <p:spPr/>
        <p:txBody>
          <a:bodyPr/>
          <a:lstStyle/>
          <a:p>
            <a:endParaRPr lang="pt-PT"/>
          </a:p>
        </p:txBody>
      </p:sp>
      <p:sp>
        <p:nvSpPr>
          <p:cNvPr id="5" name="Marcador de Posição do Número do Diapositivo 4">
            <a:extLst>
              <a:ext uri="{FF2B5EF4-FFF2-40B4-BE49-F238E27FC236}">
                <a16:creationId xmlns:a16="http://schemas.microsoft.com/office/drawing/2014/main" id="{6788DA8E-DA03-4CCB-0C53-63D898A20D60}"/>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3914640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6FFACE35-D5EE-7E04-E815-EF3936B8E138}"/>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3" name="Marcador de Posição do Rodapé 2">
            <a:extLst>
              <a:ext uri="{FF2B5EF4-FFF2-40B4-BE49-F238E27FC236}">
                <a16:creationId xmlns:a16="http://schemas.microsoft.com/office/drawing/2014/main" id="{BAEBE69C-6E3F-1F0D-C260-5BBFAD03CFD3}"/>
              </a:ext>
            </a:extLst>
          </p:cNvPr>
          <p:cNvSpPr>
            <a:spLocks noGrp="1"/>
          </p:cNvSpPr>
          <p:nvPr>
            <p:ph type="ftr" sz="quarter" idx="1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45E7B128-7311-6BA8-CD9D-FC52D717E668}"/>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3354900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F15304-2917-6F6D-5AA9-ABAB70FF474E}"/>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E8079CCF-21CC-375A-DB52-ECC4BB43DB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Texto 3">
            <a:extLst>
              <a:ext uri="{FF2B5EF4-FFF2-40B4-BE49-F238E27FC236}">
                <a16:creationId xmlns:a16="http://schemas.microsoft.com/office/drawing/2014/main" id="{13F055EF-CAA3-2053-5747-45E3677465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0157361C-3985-68DE-1727-13D5F819A07B}"/>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6" name="Marcador de Posição do Rodapé 5">
            <a:extLst>
              <a:ext uri="{FF2B5EF4-FFF2-40B4-BE49-F238E27FC236}">
                <a16:creationId xmlns:a16="http://schemas.microsoft.com/office/drawing/2014/main" id="{F356F0DE-2C4F-DDE4-A363-137817D86835}"/>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B1B8594D-87C9-464A-AC8D-CDC6E3C69886}"/>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229253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10D925-9115-80D1-0060-8EC7EE1B8DCE}"/>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a Imagem 2">
            <a:extLst>
              <a:ext uri="{FF2B5EF4-FFF2-40B4-BE49-F238E27FC236}">
                <a16:creationId xmlns:a16="http://schemas.microsoft.com/office/drawing/2014/main" id="{3C73B4C5-F9E6-CE6E-F174-811AEB2C26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Marcador de Posição do Texto 3">
            <a:extLst>
              <a:ext uri="{FF2B5EF4-FFF2-40B4-BE49-F238E27FC236}">
                <a16:creationId xmlns:a16="http://schemas.microsoft.com/office/drawing/2014/main" id="{8BA65E1A-BB74-624E-2846-B31CF4DA1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7C1087B5-EC49-D14F-9B13-FC7EA17F40C9}"/>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6" name="Marcador de Posição do Rodapé 5">
            <a:extLst>
              <a:ext uri="{FF2B5EF4-FFF2-40B4-BE49-F238E27FC236}">
                <a16:creationId xmlns:a16="http://schemas.microsoft.com/office/drawing/2014/main" id="{33A9640E-DE6F-7617-E2D8-6A86D7E4C72C}"/>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5FB562BB-2157-499C-2847-74082BF234F7}"/>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2779894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250058-158E-CB1C-25F5-523A0D5B0039}"/>
              </a:ext>
            </a:extLst>
          </p:cNvPr>
          <p:cNvSpPr>
            <a:spLocks noGrp="1"/>
          </p:cNvSpPr>
          <p:nvPr>
            <p:ph type="title"/>
          </p:nvPr>
        </p:nvSpPr>
        <p:spPr/>
        <p:txBody>
          <a:bodyPr/>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8898C4B4-532A-D5F5-C0F4-76D3F18A71D9}"/>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C8C28AD4-6A12-5649-8E3C-59B0326E2169}"/>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5" name="Marcador de Posição do Rodapé 4">
            <a:extLst>
              <a:ext uri="{FF2B5EF4-FFF2-40B4-BE49-F238E27FC236}">
                <a16:creationId xmlns:a16="http://schemas.microsoft.com/office/drawing/2014/main" id="{6037655F-6827-5116-C0A1-695151FED41C}"/>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780FD6A2-202C-6B34-F3BA-90BA553583DD}"/>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797905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674B78A-82AD-40A9-855B-2B471138BB85}"/>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A0F95930-C39E-7388-C476-2452950B890D}"/>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4812F8BC-07D6-C320-9689-968E33F982F3}"/>
              </a:ext>
            </a:extLst>
          </p:cNvPr>
          <p:cNvSpPr>
            <a:spLocks noGrp="1"/>
          </p:cNvSpPr>
          <p:nvPr>
            <p:ph type="dt" sz="half" idx="10"/>
          </p:nvPr>
        </p:nvSpPr>
        <p:spPr/>
        <p:txBody>
          <a:bodyPr/>
          <a:lstStyle/>
          <a:p>
            <a:fld id="{D54E6F7F-56B9-4ADD-AF74-40005B59C4CF}" type="datetimeFigureOut">
              <a:rPr lang="pt-PT" smtClean="0"/>
              <a:t>19/12/2024</a:t>
            </a:fld>
            <a:endParaRPr lang="pt-PT"/>
          </a:p>
        </p:txBody>
      </p:sp>
      <p:sp>
        <p:nvSpPr>
          <p:cNvPr id="5" name="Marcador de Posição do Rodapé 4">
            <a:extLst>
              <a:ext uri="{FF2B5EF4-FFF2-40B4-BE49-F238E27FC236}">
                <a16:creationId xmlns:a16="http://schemas.microsoft.com/office/drawing/2014/main" id="{61D1CC62-7CD8-10FB-FD25-1BD4BA65C922}"/>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D760F3FF-2503-9444-57D5-D302ED14A10B}"/>
              </a:ext>
            </a:extLst>
          </p:cNvPr>
          <p:cNvSpPr>
            <a:spLocks noGrp="1"/>
          </p:cNvSpPr>
          <p:nvPr>
            <p:ph type="sldNum" sz="quarter" idx="12"/>
          </p:nvPr>
        </p:nvSpPr>
        <p:spPr/>
        <p:txBody>
          <a:bodyPr/>
          <a:lstStyle/>
          <a:p>
            <a:fld id="{537BC324-4BD2-4CEA-9290-F54CAE89B82E}" type="slidenum">
              <a:rPr lang="pt-PT" smtClean="0"/>
              <a:t>‹nº›</a:t>
            </a:fld>
            <a:endParaRPr lang="pt-PT"/>
          </a:p>
        </p:txBody>
      </p:sp>
    </p:spTree>
    <p:extLst>
      <p:ext uri="{BB962C8B-B14F-4D97-AF65-F5344CB8AC3E}">
        <p14:creationId xmlns:p14="http://schemas.microsoft.com/office/powerpoint/2010/main" val="50385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56C2B69C-22DC-59D1-0BF9-9D2FA42E55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7E82F748-A533-2692-C17A-B383338CC6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79A7B6BC-FDDD-0F25-C501-0BCBCDC8B5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4E6F7F-56B9-4ADD-AF74-40005B59C4CF}" type="datetimeFigureOut">
              <a:rPr lang="pt-PT" smtClean="0"/>
              <a:t>19/12/2024</a:t>
            </a:fld>
            <a:endParaRPr lang="pt-PT"/>
          </a:p>
        </p:txBody>
      </p:sp>
      <p:sp>
        <p:nvSpPr>
          <p:cNvPr id="5" name="Marcador de Posição do Rodapé 4">
            <a:extLst>
              <a:ext uri="{FF2B5EF4-FFF2-40B4-BE49-F238E27FC236}">
                <a16:creationId xmlns:a16="http://schemas.microsoft.com/office/drawing/2014/main" id="{12A4B05D-1208-642E-58DA-583FF91687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PT"/>
          </a:p>
        </p:txBody>
      </p:sp>
      <p:sp>
        <p:nvSpPr>
          <p:cNvPr id="6" name="Marcador de Posição do Número do Diapositivo 5">
            <a:extLst>
              <a:ext uri="{FF2B5EF4-FFF2-40B4-BE49-F238E27FC236}">
                <a16:creationId xmlns:a16="http://schemas.microsoft.com/office/drawing/2014/main" id="{BB01F88C-0FF6-AFB8-F90A-D88F65C296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7BC324-4BD2-4CEA-9290-F54CAE89B82E}" type="slidenum">
              <a:rPr lang="pt-PT" smtClean="0"/>
              <a:t>‹nº›</a:t>
            </a:fld>
            <a:endParaRPr lang="pt-PT"/>
          </a:p>
        </p:txBody>
      </p:sp>
    </p:spTree>
    <p:extLst>
      <p:ext uri="{BB962C8B-B14F-4D97-AF65-F5344CB8AC3E}">
        <p14:creationId xmlns:p14="http://schemas.microsoft.com/office/powerpoint/2010/main" val="1914363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45A9BF-0C34-2169-1092-D737C8D730AA}"/>
              </a:ext>
            </a:extLst>
          </p:cNvPr>
          <p:cNvSpPr>
            <a:spLocks noGrp="1"/>
          </p:cNvSpPr>
          <p:nvPr>
            <p:ph type="ctrTitle"/>
          </p:nvPr>
        </p:nvSpPr>
        <p:spPr/>
        <p:txBody>
          <a:bodyPr/>
          <a:lstStyle/>
          <a:p>
            <a:r>
              <a:rPr lang="pt-PT" dirty="0"/>
              <a:t>Programa de análise e recomendações de filme</a:t>
            </a:r>
          </a:p>
        </p:txBody>
      </p:sp>
      <p:sp>
        <p:nvSpPr>
          <p:cNvPr id="3" name="Subtítulo 2">
            <a:extLst>
              <a:ext uri="{FF2B5EF4-FFF2-40B4-BE49-F238E27FC236}">
                <a16:creationId xmlns:a16="http://schemas.microsoft.com/office/drawing/2014/main" id="{885833BB-81E4-1071-4895-710510A64E0E}"/>
              </a:ext>
            </a:extLst>
          </p:cNvPr>
          <p:cNvSpPr>
            <a:spLocks noGrp="1"/>
          </p:cNvSpPr>
          <p:nvPr>
            <p:ph type="subTitle" idx="1"/>
          </p:nvPr>
        </p:nvSpPr>
        <p:spPr>
          <a:xfrm>
            <a:off x="1524000" y="3602038"/>
            <a:ext cx="9144000" cy="552867"/>
          </a:xfrm>
        </p:spPr>
        <p:txBody>
          <a:bodyPr/>
          <a:lstStyle/>
          <a:p>
            <a:r>
              <a:rPr lang="pt-PT" dirty="0"/>
              <a:t>Usando Bloom Filter, Naïve Bayes e MinHash</a:t>
            </a:r>
          </a:p>
        </p:txBody>
      </p:sp>
      <p:sp>
        <p:nvSpPr>
          <p:cNvPr id="4" name="CaixaDeTexto 3">
            <a:extLst>
              <a:ext uri="{FF2B5EF4-FFF2-40B4-BE49-F238E27FC236}">
                <a16:creationId xmlns:a16="http://schemas.microsoft.com/office/drawing/2014/main" id="{8E45DE35-62AA-1C70-FD50-AFEC1EB3D93B}"/>
              </a:ext>
            </a:extLst>
          </p:cNvPr>
          <p:cNvSpPr txBox="1"/>
          <p:nvPr/>
        </p:nvSpPr>
        <p:spPr>
          <a:xfrm>
            <a:off x="352926" y="6192253"/>
            <a:ext cx="5743074" cy="369332"/>
          </a:xfrm>
          <a:prstGeom prst="rect">
            <a:avLst/>
          </a:prstGeom>
          <a:noFill/>
        </p:spPr>
        <p:txBody>
          <a:bodyPr wrap="square" rtlCol="0">
            <a:spAutoFit/>
          </a:bodyPr>
          <a:lstStyle/>
          <a:p>
            <a:r>
              <a:rPr lang="pt-PT" dirty="0"/>
              <a:t>Daniel Oliveira, 115359</a:t>
            </a:r>
          </a:p>
        </p:txBody>
      </p:sp>
    </p:spTree>
    <p:extLst>
      <p:ext uri="{BB962C8B-B14F-4D97-AF65-F5344CB8AC3E}">
        <p14:creationId xmlns:p14="http://schemas.microsoft.com/office/powerpoint/2010/main" val="2373720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F95D0B-F5F1-1C5D-65DC-5B4664A41185}"/>
              </a:ext>
            </a:extLst>
          </p:cNvPr>
          <p:cNvSpPr>
            <a:spLocks noGrp="1"/>
          </p:cNvSpPr>
          <p:nvPr>
            <p:ph type="title"/>
          </p:nvPr>
        </p:nvSpPr>
        <p:spPr/>
        <p:txBody>
          <a:bodyPr/>
          <a:lstStyle/>
          <a:p>
            <a:r>
              <a:rPr lang="pt-PT" dirty="0"/>
              <a:t>O que fará o programa?</a:t>
            </a:r>
          </a:p>
        </p:txBody>
      </p:sp>
      <p:sp>
        <p:nvSpPr>
          <p:cNvPr id="3" name="Marcador de Posição de Conteúdo 2">
            <a:extLst>
              <a:ext uri="{FF2B5EF4-FFF2-40B4-BE49-F238E27FC236}">
                <a16:creationId xmlns:a16="http://schemas.microsoft.com/office/drawing/2014/main" id="{BDFF3B03-9007-0C69-5232-DB338F145425}"/>
              </a:ext>
            </a:extLst>
          </p:cNvPr>
          <p:cNvSpPr>
            <a:spLocks noGrp="1"/>
          </p:cNvSpPr>
          <p:nvPr>
            <p:ph idx="1"/>
          </p:nvPr>
        </p:nvSpPr>
        <p:spPr/>
        <p:txBody>
          <a:bodyPr/>
          <a:lstStyle/>
          <a:p>
            <a:r>
              <a:rPr lang="pt-PT" dirty="0"/>
              <a:t>Este programa irá ler um Dataset com filmes e as suas características, como ‘título’, ‘género’, ‘classificação’, etc. e com essa informação conseguir dar uma classificação a um filme inserido pelo utilizador, e dar recomendações ao utilizador procurando filmes similares.</a:t>
            </a:r>
          </a:p>
          <a:p>
            <a:r>
              <a:rPr lang="pt-PT" dirty="0"/>
              <a:t>Para cumprir este objetivo irá ser usado Bloom Filter, Naïve Bayes e MinHash, irei descrever nos slides seguintes o que é esperado por cada parte.</a:t>
            </a:r>
          </a:p>
        </p:txBody>
      </p:sp>
    </p:spTree>
    <p:extLst>
      <p:ext uri="{BB962C8B-B14F-4D97-AF65-F5344CB8AC3E}">
        <p14:creationId xmlns:p14="http://schemas.microsoft.com/office/powerpoint/2010/main" val="325321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0C92C0-9FD4-BDF7-4347-17F2041DAFFF}"/>
              </a:ext>
            </a:extLst>
          </p:cNvPr>
          <p:cNvSpPr>
            <a:spLocks noGrp="1"/>
          </p:cNvSpPr>
          <p:nvPr>
            <p:ph type="title"/>
          </p:nvPr>
        </p:nvSpPr>
        <p:spPr/>
        <p:txBody>
          <a:bodyPr/>
          <a:lstStyle/>
          <a:p>
            <a:r>
              <a:rPr lang="pt-PT" dirty="0"/>
              <a:t>Bloom Filter</a:t>
            </a:r>
          </a:p>
        </p:txBody>
      </p:sp>
      <p:sp>
        <p:nvSpPr>
          <p:cNvPr id="3" name="Marcador de Posição de Conteúdo 2">
            <a:extLst>
              <a:ext uri="{FF2B5EF4-FFF2-40B4-BE49-F238E27FC236}">
                <a16:creationId xmlns:a16="http://schemas.microsoft.com/office/drawing/2014/main" id="{4BA43F6D-4E03-5857-1320-8096FC5D9F52}"/>
              </a:ext>
            </a:extLst>
          </p:cNvPr>
          <p:cNvSpPr>
            <a:spLocks noGrp="1"/>
          </p:cNvSpPr>
          <p:nvPr>
            <p:ph idx="1"/>
          </p:nvPr>
        </p:nvSpPr>
        <p:spPr/>
        <p:txBody>
          <a:bodyPr/>
          <a:lstStyle/>
          <a:p>
            <a:r>
              <a:rPr lang="pt-PT" dirty="0"/>
              <a:t>O Bloom Filter irá funcionar como uma ‘lista’ onde será guardado filmes que o programa já conhecerá devido ao Dataset. Assim se o utilizador pedir uma classificação de um filme, irá primeiramente ser verificado se este filme já existe no Bloom Filter, se esse for o caso, o desejado seria que ele simplesmente respondesse com a classificação do filme guardada.</a:t>
            </a:r>
          </a:p>
          <a:p>
            <a:r>
              <a:rPr lang="pt-PT" dirty="0"/>
              <a:t>Também foi verificado a existência de falsos positivos.</a:t>
            </a:r>
          </a:p>
        </p:txBody>
      </p:sp>
    </p:spTree>
    <p:extLst>
      <p:ext uri="{BB962C8B-B14F-4D97-AF65-F5344CB8AC3E}">
        <p14:creationId xmlns:p14="http://schemas.microsoft.com/office/powerpoint/2010/main" val="3120098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01457B-6A7C-EE14-A526-A50E9B71DCF0}"/>
              </a:ext>
            </a:extLst>
          </p:cNvPr>
          <p:cNvSpPr>
            <a:spLocks noGrp="1"/>
          </p:cNvSpPr>
          <p:nvPr>
            <p:ph type="title"/>
          </p:nvPr>
        </p:nvSpPr>
        <p:spPr/>
        <p:txBody>
          <a:bodyPr/>
          <a:lstStyle/>
          <a:p>
            <a:r>
              <a:rPr lang="pt-PT" dirty="0"/>
              <a:t>Naïve Bayes</a:t>
            </a:r>
          </a:p>
        </p:txBody>
      </p:sp>
      <p:sp>
        <p:nvSpPr>
          <p:cNvPr id="3" name="Marcador de Posição de Conteúdo 2">
            <a:extLst>
              <a:ext uri="{FF2B5EF4-FFF2-40B4-BE49-F238E27FC236}">
                <a16:creationId xmlns:a16="http://schemas.microsoft.com/office/drawing/2014/main" id="{D2649FEE-2DD8-2866-E742-4A4237AB0CA3}"/>
              </a:ext>
            </a:extLst>
          </p:cNvPr>
          <p:cNvSpPr>
            <a:spLocks noGrp="1"/>
          </p:cNvSpPr>
          <p:nvPr>
            <p:ph idx="1"/>
          </p:nvPr>
        </p:nvSpPr>
        <p:spPr/>
        <p:txBody>
          <a:bodyPr/>
          <a:lstStyle/>
          <a:p>
            <a:r>
              <a:rPr lang="pt-PT" dirty="0"/>
              <a:t>Com o </a:t>
            </a:r>
            <a:r>
              <a:rPr lang="pt-PT" dirty="0" err="1"/>
              <a:t>Naive</a:t>
            </a:r>
            <a:r>
              <a:rPr lang="pt-PT" dirty="0"/>
              <a:t> Bayes irei com base em características de cada filme, como ‘género’ e ‘</a:t>
            </a:r>
            <a:r>
              <a:rPr lang="pt-PT" dirty="0" err="1"/>
              <a:t>director</a:t>
            </a:r>
            <a:r>
              <a:rPr lang="pt-PT" dirty="0"/>
              <a:t>’, serão utilizadas para calcular a classificação que um filme inserido pelo utilizador iria obter.</a:t>
            </a:r>
          </a:p>
        </p:txBody>
      </p:sp>
    </p:spTree>
    <p:extLst>
      <p:ext uri="{BB962C8B-B14F-4D97-AF65-F5344CB8AC3E}">
        <p14:creationId xmlns:p14="http://schemas.microsoft.com/office/powerpoint/2010/main" val="3213413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E7EEF6-7F76-CB97-03D5-9646DDE95447}"/>
              </a:ext>
            </a:extLst>
          </p:cNvPr>
          <p:cNvSpPr>
            <a:spLocks noGrp="1"/>
          </p:cNvSpPr>
          <p:nvPr>
            <p:ph type="title"/>
          </p:nvPr>
        </p:nvSpPr>
        <p:spPr/>
        <p:txBody>
          <a:bodyPr/>
          <a:lstStyle/>
          <a:p>
            <a:r>
              <a:rPr lang="pt-PT" dirty="0"/>
              <a:t>MinHash</a:t>
            </a:r>
          </a:p>
        </p:txBody>
      </p:sp>
      <p:sp>
        <p:nvSpPr>
          <p:cNvPr id="3" name="Marcador de Posição de Conteúdo 2">
            <a:extLst>
              <a:ext uri="{FF2B5EF4-FFF2-40B4-BE49-F238E27FC236}">
                <a16:creationId xmlns:a16="http://schemas.microsoft.com/office/drawing/2014/main" id="{AB36026E-E3F9-8E6A-81B6-140D85AFC36F}"/>
              </a:ext>
            </a:extLst>
          </p:cNvPr>
          <p:cNvSpPr>
            <a:spLocks noGrp="1"/>
          </p:cNvSpPr>
          <p:nvPr>
            <p:ph idx="1"/>
          </p:nvPr>
        </p:nvSpPr>
        <p:spPr/>
        <p:txBody>
          <a:bodyPr/>
          <a:lstStyle/>
          <a:p>
            <a:r>
              <a:rPr lang="pt-PT" dirty="0"/>
              <a:t>Com o MinHash irei obter filmes similares ao filme que será introduzido pelo utilizador. Irá ser criado assinaturas para as características pertinentes, permitindo ser feito uma comparação entre as similaridades entre os filmes guardados e o filme introduzido pelo utilizador</a:t>
            </a:r>
            <a:r>
              <a:rPr lang="pt-PT"/>
              <a:t>. </a:t>
            </a:r>
            <a:endParaRPr lang="pt-PT" dirty="0"/>
          </a:p>
        </p:txBody>
      </p:sp>
    </p:spTree>
    <p:extLst>
      <p:ext uri="{BB962C8B-B14F-4D97-AF65-F5344CB8AC3E}">
        <p14:creationId xmlns:p14="http://schemas.microsoft.com/office/powerpoint/2010/main" val="383589173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262</Words>
  <Application>Microsoft Office PowerPoint</Application>
  <PresentationFormat>Ecrã Panorâmico</PresentationFormat>
  <Paragraphs>13</Paragraphs>
  <Slides>5</Slides>
  <Notes>0</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5</vt:i4>
      </vt:variant>
    </vt:vector>
  </HeadingPairs>
  <TitlesOfParts>
    <vt:vector size="9" baseType="lpstr">
      <vt:lpstr>Aptos</vt:lpstr>
      <vt:lpstr>Aptos Display</vt:lpstr>
      <vt:lpstr>Arial</vt:lpstr>
      <vt:lpstr>Tema do Office</vt:lpstr>
      <vt:lpstr>Programa de análise e recomendações de filme</vt:lpstr>
      <vt:lpstr>O que fará o programa?</vt:lpstr>
      <vt:lpstr>Bloom Filter</vt:lpstr>
      <vt:lpstr>Naïve Bayes</vt:lpstr>
      <vt:lpstr>MinHash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Oliveira</dc:creator>
  <cp:lastModifiedBy>Daniel Oliveira</cp:lastModifiedBy>
  <cp:revision>3</cp:revision>
  <dcterms:created xsi:type="dcterms:W3CDTF">2024-12-09T19:14:16Z</dcterms:created>
  <dcterms:modified xsi:type="dcterms:W3CDTF">2024-12-19T12:01:25Z</dcterms:modified>
</cp:coreProperties>
</file>