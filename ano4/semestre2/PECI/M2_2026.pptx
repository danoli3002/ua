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ebm" ContentType="video/webm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20"/>
  </p:notesMasterIdLst>
  <p:sldIdLst>
    <p:sldId id="271" r:id="rId6"/>
    <p:sldId id="279" r:id="rId7"/>
    <p:sldId id="280" r:id="rId8"/>
    <p:sldId id="288" r:id="rId9"/>
    <p:sldId id="258" r:id="rId10"/>
    <p:sldId id="281" r:id="rId11"/>
    <p:sldId id="278" r:id="rId12"/>
    <p:sldId id="283" r:id="rId13"/>
    <p:sldId id="287" r:id="rId14"/>
    <p:sldId id="275" r:id="rId15"/>
    <p:sldId id="284" r:id="rId16"/>
    <p:sldId id="286" r:id="rId17"/>
    <p:sldId id="276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BC4585C-760F-D066-8E59-C34731B169C4}" name="Lázaro Sá" initials="LS" userId="S::lazarosa@ua.pt::ee4eb0a3-3929-4cfd-9bf0-33fb6df36dc8" providerId="AD"/>
  <p188:author id="{397587BF-D0AE-A7BE-EB41-5FC02B37392C}" name="Utilizador Convidado" initials="UC" userId="S::urn:spo:tenantanon#c1025aae-98b9-4021-b4b6-c201214b884e::" providerId="AD"/>
  <p188:author id="{9CE541E1-19F0-2264-3C8D-3DBC0CA0E3B6}" name="Ricardo Carmo" initials="RC" userId="S::ricardomlcarmo@ua.pt::f418907a-63fe-454f-9a71-397bf9c835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BA4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DD36E2-C113-E8B3-D0E7-9BD3D16BF507}" v="3" dt="2026-03-17T15:49:42.954"/>
    <p1510:client id="{08AE88FA-E121-AA8C-ADBA-917ED9BA7CAA}" v="60" dt="2026-03-17T15:42:06.142"/>
    <p1510:client id="{0AC794E7-4ED0-F336-89EA-003B0A10FA74}" v="775" dt="2026-03-17T23:35:14.041"/>
    <p1510:client id="{1CA9B60D-2211-6CC1-1512-2A3C04E3155A}" v="14" dt="2026-03-17T14:55:38.260"/>
    <p1510:client id="{20267BCE-A561-35F5-78BD-806FDF7E0E2D}" v="29" dt="2026-03-17T14:43:48.191"/>
    <p1510:client id="{235A3832-AC5D-4B2D-B9BF-2FA2DFB22D9D}" v="7" dt="2026-03-17T14:51:36.113"/>
    <p1510:client id="{27A78E58-8258-5929-7B56-245FFADFB4B5}" v="685" dt="2026-03-17T00:25:41.074"/>
    <p1510:client id="{3808C3C3-A4E2-19A5-74E3-09A4EEB11A51}" v="68" dt="2026-03-17T19:23:45.276"/>
    <p1510:client id="{4CB5DC58-988A-7272-4F42-2807E5F000BF}" v="463" dt="2026-03-16T22:29:29.277"/>
    <p1510:client id="{6C11FFF4-A3DC-B903-241A-9FACA728EDBE}" v="10" dt="2026-03-17T14:24:55.591"/>
    <p1510:client id="{90538212-CBA3-6B79-F8AB-89818D06A588}" v="201" dt="2026-03-17T23:37:14.534"/>
    <p1510:client id="{97F7DEF1-25AA-1001-CA1A-1E04DF6B875C}" v="337" dt="2026-03-17T20:01:17.308"/>
    <p1510:client id="{BEC595FB-C5A6-5507-E10D-479E6C058E7F}" v="27" dt="2026-03-17T23:45:01.980"/>
    <p1510:client id="{E1214F44-BC13-6507-8761-E1B6C91B47BB}" v="2" dt="2026-03-16T17:44:27.699"/>
    <p1510:client id="{EC8B7E0A-909C-5A74-894B-85D2FE081CCC}" v="208" dt="2026-03-17T12:23:50.751"/>
    <p1510:client id="{F03E29D0-7793-964E-C3A1-90A88B10DA14}" v="497" dt="2026-03-17T23:39:21.424"/>
    <p1510:client id="{F366E071-CF79-085F-9A31-E45A2A4A884A}" v="22" dt="2026-03-16T21:55:28.667"/>
    <p1510:client id="{FFE99816-EDE3-FDEF-6999-78D22B47C291}" v="329" dt="2026-03-17T23:20:19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Mota" userId="S::mota.m@ua.pt::d3167964-8d14-43ee-a90f-7235b8218f59" providerId="AD" clId="Web-{29826671-F793-C8E2-E1D8-6D70C7C2C461}"/>
    <pc:docChg chg="modSld">
      <pc:chgData name="Miguel Mota" userId="S::mota.m@ua.pt::d3167964-8d14-43ee-a90f-7235b8218f59" providerId="AD" clId="Web-{29826671-F793-C8E2-E1D8-6D70C7C2C461}" dt="2026-03-13T14:43:57.952" v="231" actId="14100"/>
      <pc:docMkLst>
        <pc:docMk/>
      </pc:docMkLst>
    </pc:docChg>
  </pc:docChgLst>
  <pc:docChgLst>
    <pc:chgData name="Lázaro Sá" userId="S::lazarosa@ua.pt::ee4eb0a3-3929-4cfd-9bf0-33fb6df36dc8" providerId="AD" clId="Web-{3767580E-9795-9039-7F6F-74B6BF68279D}"/>
    <pc:docChg chg="mod addSld delSld modSld">
      <pc:chgData name="Lázaro Sá" userId="S::lazarosa@ua.pt::ee4eb0a3-3929-4cfd-9bf0-33fb6df36dc8" providerId="AD" clId="Web-{3767580E-9795-9039-7F6F-74B6BF68279D}" dt="2026-02-20T23:23:47.135" v="537" actId="1076"/>
      <pc:docMkLst>
        <pc:docMk/>
      </pc:docMkLst>
      <pc:sldChg chg="modSp">
        <pc:chgData name="Lázaro Sá" userId="S::lazarosa@ua.pt::ee4eb0a3-3929-4cfd-9bf0-33fb6df36dc8" providerId="AD" clId="Web-{3767580E-9795-9039-7F6F-74B6BF68279D}" dt="2026-02-20T21:06:51.565" v="280" actId="20577"/>
        <pc:sldMkLst>
          <pc:docMk/>
          <pc:sldMk cId="0" sldId="258"/>
        </pc:sldMkLst>
        <pc:spChg chg="mod">
          <ac:chgData name="Lázaro Sá" userId="S::lazarosa@ua.pt::ee4eb0a3-3929-4cfd-9bf0-33fb6df36dc8" providerId="AD" clId="Web-{3767580E-9795-9039-7F6F-74B6BF68279D}" dt="2026-02-20T21:06:51.565" v="280" actId="20577"/>
          <ac:spMkLst>
            <pc:docMk/>
            <pc:sldMk cId="0" sldId="258"/>
            <ac:spMk id="3" creationId="{00000000-0000-0000-0000-000000000000}"/>
          </ac:spMkLst>
        </pc:spChg>
      </pc:sldChg>
    </pc:docChg>
  </pc:docChgLst>
  <pc:docChgLst>
    <pc:chgData name="Utilizador Convidado" userId="S::urn:spo:tenantanon#c1025aae-98b9-4021-b4b6-c201214b884e::" providerId="AD" clId="Web-{BD12773B-04BC-CF9E-14A3-7EC25FB541CE}"/>
    <pc:docChg chg="modSld">
      <pc:chgData name="Utilizador Convidado" userId="S::urn:spo:tenantanon#c1025aae-98b9-4021-b4b6-c201214b884e::" providerId="AD" clId="Web-{BD12773B-04BC-CF9E-14A3-7EC25FB541CE}" dt="2026-02-25T09:35:21.773" v="52"/>
      <pc:docMkLst>
        <pc:docMk/>
      </pc:docMkLst>
      <pc:sldChg chg="addSp delSp modSp">
        <pc:chgData name="Utilizador Convidado" userId="S::urn:spo:tenantanon#c1025aae-98b9-4021-b4b6-c201214b884e::" providerId="AD" clId="Web-{BD12773B-04BC-CF9E-14A3-7EC25FB541CE}" dt="2026-02-25T09:32:08.351" v="51"/>
        <pc:sldMkLst>
          <pc:docMk/>
          <pc:sldMk cId="3836992629" sldId="274"/>
        </pc:sldMkLst>
        <pc:picChg chg="add mod">
          <ac:chgData name="Utilizador Convidado" userId="S::urn:spo:tenantanon#c1025aae-98b9-4021-b4b6-c201214b884e::" providerId="AD" clId="Web-{BD12773B-04BC-CF9E-14A3-7EC25FB541CE}" dt="2026-02-25T09:31:13.908" v="47" actId="1076"/>
          <ac:picMkLst>
            <pc:docMk/>
            <pc:sldMk cId="3836992629" sldId="274"/>
            <ac:picMk id="10" creationId="{80A3C8D8-EB62-2F96-E9EA-FB6C62898440}"/>
          </ac:picMkLst>
        </pc:picChg>
        <pc:picChg chg="add mod">
          <ac:chgData name="Utilizador Convidado" userId="S::urn:spo:tenantanon#c1025aae-98b9-4021-b4b6-c201214b884e::" providerId="AD" clId="Web-{BD12773B-04BC-CF9E-14A3-7EC25FB541CE}" dt="2026-02-25T09:32:08.351" v="51"/>
          <ac:picMkLst>
            <pc:docMk/>
            <pc:sldMk cId="3836992629" sldId="274"/>
            <ac:picMk id="11" creationId="{5598EEE8-E735-124E-AA41-0D94D39AD4C0}"/>
          </ac:picMkLst>
        </pc:picChg>
        <pc:picChg chg="add mod">
          <ac:chgData name="Utilizador Convidado" userId="S::urn:spo:tenantanon#c1025aae-98b9-4021-b4b6-c201214b884e::" providerId="AD" clId="Web-{BD12773B-04BC-CF9E-14A3-7EC25FB541CE}" dt="2026-02-25T09:30:04.945" v="38" actId="1076"/>
          <ac:picMkLst>
            <pc:docMk/>
            <pc:sldMk cId="3836992629" sldId="274"/>
            <ac:picMk id="13" creationId="{DBDD482D-2E17-95E2-1A8C-A2C2E2DCF032}"/>
          </ac:picMkLst>
        </pc:picChg>
      </pc:sldChg>
    </pc:docChg>
  </pc:docChgLst>
  <pc:docChgLst>
    <pc:chgData name="Ricardo Carmo" userId="S::ricardomlcarmo@ua.pt::f418907a-63fe-454f-9a71-397bf9c8357a" providerId="AD" clId="Web-{8DAA1FB6-2C02-4118-D52C-7FFE2366AF35}"/>
    <pc:docChg chg="mod modSld modMainMaster">
      <pc:chgData name="Ricardo Carmo" userId="S::ricardomlcarmo@ua.pt::f418907a-63fe-454f-9a71-397bf9c8357a" providerId="AD" clId="Web-{8DAA1FB6-2C02-4118-D52C-7FFE2366AF35}" dt="2026-03-11T12:10:49.226" v="57" actId="20577"/>
      <pc:docMkLst>
        <pc:docMk/>
      </pc:docMkLst>
      <pc:sldChg chg="modSp">
        <pc:chgData name="Ricardo Carmo" userId="S::ricardomlcarmo@ua.pt::f418907a-63fe-454f-9a71-397bf9c8357a" providerId="AD" clId="Web-{8DAA1FB6-2C02-4118-D52C-7FFE2366AF35}" dt="2026-03-11T12:10:15.476" v="55" actId="20577"/>
        <pc:sldMkLst>
          <pc:docMk/>
          <pc:sldMk cId="0" sldId="258"/>
        </pc:sldMkLst>
        <pc:spChg chg="mod">
          <ac:chgData name="Ricardo Carmo" userId="S::ricardomlcarmo@ua.pt::f418907a-63fe-454f-9a71-397bf9c8357a" providerId="AD" clId="Web-{8DAA1FB6-2C02-4118-D52C-7FFE2366AF35}" dt="2026-03-11T12:10:15.476" v="55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Ricardo Carmo" userId="S::ricardomlcarmo@ua.pt::f418907a-63fe-454f-9a71-397bf9c8357a" providerId="AD" clId="Web-{8DAA1FB6-2C02-4118-D52C-7FFE2366AF35}" dt="2026-03-11T11:43:18.943" v="14" actId="20577"/>
        <pc:sldMkLst>
          <pc:docMk/>
          <pc:sldMk cId="954422574" sldId="271"/>
        </pc:sldMkLst>
        <pc:spChg chg="mod">
          <ac:chgData name="Ricardo Carmo" userId="S::ricardomlcarmo@ua.pt::f418907a-63fe-454f-9a71-397bf9c8357a" providerId="AD" clId="Web-{8DAA1FB6-2C02-4118-D52C-7FFE2366AF35}" dt="2026-03-11T11:43:18.943" v="14" actId="20577"/>
          <ac:spMkLst>
            <pc:docMk/>
            <pc:sldMk cId="954422574" sldId="271"/>
            <ac:spMk id="3" creationId="{08F3AF43-84A0-CEA7-50C0-A8FBF19C5FD7}"/>
          </ac:spMkLst>
        </pc:spChg>
      </pc:sldChg>
      <pc:sldChg chg="modSp">
        <pc:chgData name="Ricardo Carmo" userId="S::ricardomlcarmo@ua.pt::f418907a-63fe-454f-9a71-397bf9c8357a" providerId="AD" clId="Web-{8DAA1FB6-2C02-4118-D52C-7FFE2366AF35}" dt="2026-03-11T12:10:49.226" v="57" actId="20577"/>
        <pc:sldMkLst>
          <pc:docMk/>
          <pc:sldMk cId="3836992629" sldId="274"/>
        </pc:sldMkLst>
        <pc:spChg chg="mod">
          <ac:chgData name="Ricardo Carmo" userId="S::ricardomlcarmo@ua.pt::f418907a-63fe-454f-9a71-397bf9c8357a" providerId="AD" clId="Web-{8DAA1FB6-2C02-4118-D52C-7FFE2366AF35}" dt="2026-03-11T12:10:49.226" v="57" actId="20577"/>
          <ac:spMkLst>
            <pc:docMk/>
            <pc:sldMk cId="3836992629" sldId="274"/>
            <ac:spMk id="2" creationId="{3D0F55A8-01E9-CB4D-18BA-9FCFC9675474}"/>
          </ac:spMkLst>
        </pc:spChg>
      </pc:sldChg>
      <pc:sldMasterChg chg="mod modSldLayout">
        <pc:chgData name="Ricardo Carmo" userId="S::ricardomlcarmo@ua.pt::f418907a-63fe-454f-9a71-397bf9c8357a" providerId="AD" clId="Web-{8DAA1FB6-2C02-4118-D52C-7FFE2366AF35}" dt="2026-03-11T11:45:41.090" v="31"/>
        <pc:sldMasterMkLst>
          <pc:docMk/>
          <pc:sldMasterMk cId="0" sldId="2147483648"/>
        </pc:sldMasterMkLst>
        <pc:sldLayoutChg chg="mod">
          <pc:chgData name="Ricardo Carmo" userId="S::ricardomlcarmo@ua.pt::f418907a-63fe-454f-9a71-397bf9c8357a" providerId="AD" clId="Web-{8DAA1FB6-2C02-4118-D52C-7FFE2366AF35}" dt="2026-03-11T11:45:41.090" v="3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 modSldLayout">
        <pc:chgData name="Ricardo Carmo" userId="S::ricardomlcarmo@ua.pt::f418907a-63fe-454f-9a71-397bf9c8357a" providerId="AD" clId="Web-{8DAA1FB6-2C02-4118-D52C-7FFE2366AF35}" dt="2026-03-11T11:45:41.090" v="31"/>
        <pc:sldMasterMkLst>
          <pc:docMk/>
          <pc:sldMasterMk cId="2145507585" sldId="2147483660"/>
        </pc:sldMasterMkLst>
        <pc:sldLayoutChg chg="mod">
          <pc:chgData name="Ricardo Carmo" userId="S::ricardomlcarmo@ua.pt::f418907a-63fe-454f-9a71-397bf9c8357a" providerId="AD" clId="Web-{8DAA1FB6-2C02-4118-D52C-7FFE2366AF35}" dt="2026-03-11T11:45:41.090" v="31"/>
          <pc:sldLayoutMkLst>
            <pc:docMk/>
            <pc:sldMasterMk cId="2145507585" sldId="2147483660"/>
            <pc:sldLayoutMk cId="4209657417" sldId="2147483871"/>
          </pc:sldLayoutMkLst>
        </pc:sldLayoutChg>
        <pc:sldLayoutChg chg="mod">
          <pc:chgData name="Ricardo Carmo" userId="S::ricardomlcarmo@ua.pt::f418907a-63fe-454f-9a71-397bf9c8357a" providerId="AD" clId="Web-{8DAA1FB6-2C02-4118-D52C-7FFE2366AF35}" dt="2026-03-11T11:45:41.090" v="31"/>
          <pc:sldLayoutMkLst>
            <pc:docMk/>
            <pc:sldMasterMk cId="2145507585" sldId="2147483660"/>
            <pc:sldLayoutMk cId="1958479073" sldId="2147483902"/>
          </pc:sldLayoutMkLst>
        </pc:sldLayoutChg>
      </pc:sldMasterChg>
    </pc:docChg>
  </pc:docChgLst>
  <pc:docChgLst>
    <pc:chgData name="Miguel Mota" userId="S::mota.m@ua.pt::d3167964-8d14-43ee-a90f-7235b8218f59" providerId="AD" clId="Web-{91250693-159B-AC64-6428-C6DADA080C36}"/>
    <pc:docChg chg="modSld">
      <pc:chgData name="Miguel Mota" userId="S::mota.m@ua.pt::d3167964-8d14-43ee-a90f-7235b8218f59" providerId="AD" clId="Web-{91250693-159B-AC64-6428-C6DADA080C36}" dt="2026-03-13T14:38:23.030" v="236" actId="20577"/>
      <pc:docMkLst>
        <pc:docMk/>
      </pc:docMkLst>
      <pc:sldChg chg="addSp delSp modSp mod setBg">
        <pc:chgData name="Miguel Mota" userId="S::mota.m@ua.pt::d3167964-8d14-43ee-a90f-7235b8218f59" providerId="AD" clId="Web-{91250693-159B-AC64-6428-C6DADA080C36}" dt="2026-03-13T14:35:36.183" v="163" actId="14100"/>
        <pc:sldMkLst>
          <pc:docMk/>
          <pc:sldMk cId="0" sldId="258"/>
        </pc:sldMkLst>
        <pc:spChg chg="mod">
          <ac:chgData name="Miguel Mota" userId="S::mota.m@ua.pt::d3167964-8d14-43ee-a90f-7235b8218f59" providerId="AD" clId="Web-{91250693-159B-AC64-6428-C6DADA080C36}" dt="2026-03-13T14:15:41.530" v="57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iguel Mota" userId="S::mota.m@ua.pt::d3167964-8d14-43ee-a90f-7235b8218f59" providerId="AD" clId="Web-{91250693-159B-AC64-6428-C6DADA080C36}" dt="2026-03-13T14:35:36.183" v="163" actId="14100"/>
          <ac:spMkLst>
            <pc:docMk/>
            <pc:sldMk cId="0" sldId="258"/>
            <ac:spMk id="3" creationId="{00000000-0000-0000-0000-000000000000}"/>
          </ac:spMkLst>
        </pc:spChg>
        <pc:spChg chg="add">
          <ac:chgData name="Miguel Mota" userId="S::mota.m@ua.pt::d3167964-8d14-43ee-a90f-7235b8218f59" providerId="AD" clId="Web-{91250693-159B-AC64-6428-C6DADA080C36}" dt="2026-03-13T14:12:52.132" v="5"/>
          <ac:spMkLst>
            <pc:docMk/>
            <pc:sldMk cId="0" sldId="258"/>
            <ac:spMk id="9" creationId="{9AA72BD9-2C5A-4EDC-931F-5AA08EACA0F3}"/>
          </ac:spMkLst>
        </pc:spChg>
        <pc:spChg chg="add">
          <ac:chgData name="Miguel Mota" userId="S::mota.m@ua.pt::d3167964-8d14-43ee-a90f-7235b8218f59" providerId="AD" clId="Web-{91250693-159B-AC64-6428-C6DADA080C36}" dt="2026-03-13T14:12:52.132" v="5"/>
          <ac:spMkLst>
            <pc:docMk/>
            <pc:sldMk cId="0" sldId="258"/>
            <ac:spMk id="11" creationId="{DD3981AC-7B61-4947-BCF3-F7AA7FA385B9}"/>
          </ac:spMkLst>
        </pc:spChg>
        <pc:spChg chg="add">
          <ac:chgData name="Miguel Mota" userId="S::mota.m@ua.pt::d3167964-8d14-43ee-a90f-7235b8218f59" providerId="AD" clId="Web-{91250693-159B-AC64-6428-C6DADA080C36}" dt="2026-03-13T14:12:52.132" v="5"/>
          <ac:spMkLst>
            <pc:docMk/>
            <pc:sldMk cId="0" sldId="258"/>
            <ac:spMk id="13" creationId="{55D4142C-5077-457F-A6AD-3FECFDB39685}"/>
          </ac:spMkLst>
        </pc:spChg>
        <pc:spChg chg="add">
          <ac:chgData name="Miguel Mota" userId="S::mota.m@ua.pt::d3167964-8d14-43ee-a90f-7235b8218f59" providerId="AD" clId="Web-{91250693-159B-AC64-6428-C6DADA080C36}" dt="2026-03-13T14:12:52.132" v="5"/>
          <ac:spMkLst>
            <pc:docMk/>
            <pc:sldMk cId="0" sldId="258"/>
            <ac:spMk id="15" creationId="{7A5F0580-5EE9-419F-96EE-B6529EF6E7D0}"/>
          </ac:spMkLst>
        </pc:spChg>
        <pc:picChg chg="add mod ord">
          <ac:chgData name="Miguel Mota" userId="S::mota.m@ua.pt::d3167964-8d14-43ee-a90f-7235b8218f59" providerId="AD" clId="Web-{91250693-159B-AC64-6428-C6DADA080C36}" dt="2026-03-13T14:12:52.132" v="5"/>
          <ac:picMkLst>
            <pc:docMk/>
            <pc:sldMk cId="0" sldId="258"/>
            <ac:picMk id="4" creationId="{1748FA3E-8584-1517-0CB0-249091EB9FCC}"/>
          </ac:picMkLst>
        </pc:picChg>
      </pc:sldChg>
    </pc:docChg>
  </pc:docChgLst>
  <pc:docChgLst>
    <pc:chgData name="Utilizador Convidado" userId="S::urn:spo:tenantanon#c1025aae-98b9-4021-b4b6-c201214b884e::" providerId="AD" clId="Web-{C516E1B2-7058-F2DC-F4FE-3447C3DE1468}"/>
    <pc:docChg chg="mod addSld modSld sldOrd">
      <pc:chgData name="Utilizador Convidado" userId="S::urn:spo:tenantanon#c1025aae-98b9-4021-b4b6-c201214b884e::" providerId="AD" clId="Web-{C516E1B2-7058-F2DC-F4FE-3447C3DE1468}" dt="2026-03-14T14:19:14.451" v="21"/>
      <pc:docMkLst>
        <pc:docMk/>
      </pc:docMkLst>
    </pc:docChg>
  </pc:docChgLst>
  <pc:docChgLst>
    <pc:chgData name="Guest User" userId="S::urn:spo:tenantanon#c1025aae-98b9-4021-b4b6-c201214b884e::" providerId="AD" clId="Web-{6C11FFF4-A3DC-B903-241A-9FACA728EDBE}"/>
    <pc:docChg chg="modSld">
      <pc:chgData name="Guest User" userId="S::urn:spo:tenantanon#c1025aae-98b9-4021-b4b6-c201214b884e::" providerId="AD" clId="Web-{6C11FFF4-A3DC-B903-241A-9FACA728EDBE}" dt="2026-03-17T14:24:55.591" v="8" actId="1076"/>
      <pc:docMkLst>
        <pc:docMk/>
      </pc:docMkLst>
      <pc:sldChg chg="addSp modSp">
        <pc:chgData name="Guest User" userId="S::urn:spo:tenantanon#c1025aae-98b9-4021-b4b6-c201214b884e::" providerId="AD" clId="Web-{6C11FFF4-A3DC-B903-241A-9FACA728EDBE}" dt="2026-03-17T14:24:55.591" v="8" actId="1076"/>
        <pc:sldMkLst>
          <pc:docMk/>
          <pc:sldMk cId="3949499948" sldId="281"/>
        </pc:sldMkLst>
        <pc:picChg chg="add mod">
          <ac:chgData name="Guest User" userId="S::urn:spo:tenantanon#c1025aae-98b9-4021-b4b6-c201214b884e::" providerId="AD" clId="Web-{6C11FFF4-A3DC-B903-241A-9FACA728EDBE}" dt="2026-03-17T14:24:55.591" v="8" actId="1076"/>
          <ac:picMkLst>
            <pc:docMk/>
            <pc:sldMk cId="3949499948" sldId="281"/>
            <ac:picMk id="2" creationId="{4F393C72-5018-5F58-2F8B-B1AEE3486B00}"/>
          </ac:picMkLst>
        </pc:picChg>
      </pc:sldChg>
    </pc:docChg>
  </pc:docChgLst>
  <pc:docChgLst>
    <pc:chgData name="Guest User" userId="S::urn:spo:tenantanon#c1025aae-98b9-4021-b4b6-c201214b884e::" providerId="AD" clId="Web-{1214E224-89D4-86C3-08E3-DDD7BFAAEC7D}"/>
    <pc:docChg chg="mod addSld delSld modSld modMainMaster">
      <pc:chgData name="Guest User" userId="S::urn:spo:tenantanon#c1025aae-98b9-4021-b4b6-c201214b884e::" providerId="AD" clId="Web-{1214E224-89D4-86C3-08E3-DDD7BFAAEC7D}" dt="2026-03-11T12:15:47.002" v="237" actId="14100"/>
      <pc:docMkLst>
        <pc:docMk/>
      </pc:docMkLst>
      <pc:sldChg chg="addSp modSp">
        <pc:chgData name="Guest User" userId="S::urn:spo:tenantanon#c1025aae-98b9-4021-b4b6-c201214b884e::" providerId="AD" clId="Web-{1214E224-89D4-86C3-08E3-DDD7BFAAEC7D}" dt="2026-03-11T12:15:47.002" v="237" actId="14100"/>
        <pc:sldMkLst>
          <pc:docMk/>
          <pc:sldMk cId="954422574" sldId="271"/>
        </pc:sldMkLst>
        <pc:spChg chg="mod">
          <ac:chgData name="Guest User" userId="S::urn:spo:tenantanon#c1025aae-98b9-4021-b4b6-c201214b884e::" providerId="AD" clId="Web-{1214E224-89D4-86C3-08E3-DDD7BFAAEC7D}" dt="2026-03-11T12:15:47.002" v="237" actId="14100"/>
          <ac:spMkLst>
            <pc:docMk/>
            <pc:sldMk cId="954422574" sldId="271"/>
            <ac:spMk id="3" creationId="{08F3AF43-84A0-CEA7-50C0-A8FBF19C5FD7}"/>
          </ac:spMkLst>
        </pc:spChg>
        <pc:spChg chg="mod">
          <ac:chgData name="Guest User" userId="S::urn:spo:tenantanon#c1025aae-98b9-4021-b4b6-c201214b884e::" providerId="AD" clId="Web-{1214E224-89D4-86C3-08E3-DDD7BFAAEC7D}" dt="2026-03-11T11:48:06.616" v="24" actId="1076"/>
          <ac:spMkLst>
            <pc:docMk/>
            <pc:sldMk cId="954422574" sldId="271"/>
            <ac:spMk id="4" creationId="{68DD7975-7411-7C0D-B03D-EE8ADA29F14D}"/>
          </ac:spMkLst>
        </pc:spChg>
        <pc:spChg chg="add mod">
          <ac:chgData name="Guest User" userId="S::urn:spo:tenantanon#c1025aae-98b9-4021-b4b6-c201214b884e::" providerId="AD" clId="Web-{1214E224-89D4-86C3-08E3-DDD7BFAAEC7D}" dt="2026-03-11T11:49:37.321" v="41" actId="1076"/>
          <ac:spMkLst>
            <pc:docMk/>
            <pc:sldMk cId="954422574" sldId="271"/>
            <ac:spMk id="5" creationId="{401EF81B-1708-AE41-0C74-DFCC4D095FDE}"/>
          </ac:spMkLst>
        </pc:spChg>
      </pc:sldChg>
      <pc:sldChg chg="addSp modSp new mod setBg">
        <pc:chgData name="Guest User" userId="S::urn:spo:tenantanon#c1025aae-98b9-4021-b4b6-c201214b884e::" providerId="AD" clId="Web-{1214E224-89D4-86C3-08E3-DDD7BFAAEC7D}" dt="2026-03-11T12:10:38.326" v="183" actId="20577"/>
        <pc:sldMkLst>
          <pc:docMk/>
          <pc:sldMk cId="1105661959" sldId="275"/>
        </pc:sldMkLst>
        <pc:spChg chg="add mod">
          <ac:chgData name="Guest User" userId="S::urn:spo:tenantanon#c1025aae-98b9-4021-b4b6-c201214b884e::" providerId="AD" clId="Web-{1214E224-89D4-86C3-08E3-DDD7BFAAEC7D}" dt="2026-03-11T12:10:38.326" v="183" actId="20577"/>
          <ac:spMkLst>
            <pc:docMk/>
            <pc:sldMk cId="1105661959" sldId="275"/>
            <ac:spMk id="3" creationId="{292C07DD-FA16-7D08-F914-1C68E4F556DE}"/>
          </ac:spMkLst>
        </pc:spChg>
      </pc:sldChg>
      <pc:sldChg chg="addSp modSp new mod setBg">
        <pc:chgData name="Guest User" userId="S::urn:spo:tenantanon#c1025aae-98b9-4021-b4b6-c201214b884e::" providerId="AD" clId="Web-{1214E224-89D4-86C3-08E3-DDD7BFAAEC7D}" dt="2026-03-11T12:11:09.935" v="217" actId="20577"/>
        <pc:sldMkLst>
          <pc:docMk/>
          <pc:sldMk cId="1722739883" sldId="276"/>
        </pc:sldMkLst>
        <pc:spChg chg="add mod">
          <ac:chgData name="Guest User" userId="S::urn:spo:tenantanon#c1025aae-98b9-4021-b4b6-c201214b884e::" providerId="AD" clId="Web-{1214E224-89D4-86C3-08E3-DDD7BFAAEC7D}" dt="2026-03-11T12:11:09.935" v="217" actId="20577"/>
          <ac:spMkLst>
            <pc:docMk/>
            <pc:sldMk cId="1722739883" sldId="276"/>
            <ac:spMk id="3" creationId="{43606329-8498-FBB1-DEDF-37EC93D3CA96}"/>
          </ac:spMkLst>
        </pc:spChg>
      </pc:sldChg>
      <pc:sldMasterChg chg="mod modSldLayout">
        <pc:chgData name="Guest User" userId="S::urn:spo:tenantanon#c1025aae-98b9-4021-b4b6-c201214b884e::" providerId="AD" clId="Web-{1214E224-89D4-86C3-08E3-DDD7BFAAEC7D}" dt="2026-03-11T11:48:34.320" v="34"/>
        <pc:sldMasterMkLst>
          <pc:docMk/>
          <pc:sldMasterMk cId="0" sldId="2147483648"/>
        </pc:sldMasterMkLst>
        <pc:sldLayoutChg chg="mod">
          <pc:chgData name="Guest User" userId="S::urn:spo:tenantanon#c1025aae-98b9-4021-b4b6-c201214b884e::" providerId="AD" clId="Web-{1214E224-89D4-86C3-08E3-DDD7BFAAEC7D}" dt="2026-03-11T11:48:34.320" v="34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 modSldLayout">
        <pc:chgData name="Guest User" userId="S::urn:spo:tenantanon#c1025aae-98b9-4021-b4b6-c201214b884e::" providerId="AD" clId="Web-{1214E224-89D4-86C3-08E3-DDD7BFAAEC7D}" dt="2026-03-11T11:48:34.320" v="34"/>
        <pc:sldMasterMkLst>
          <pc:docMk/>
          <pc:sldMasterMk cId="2145507585" sldId="2147483660"/>
        </pc:sldMasterMkLst>
        <pc:sldLayoutChg chg="mod">
          <pc:chgData name="Guest User" userId="S::urn:spo:tenantanon#c1025aae-98b9-4021-b4b6-c201214b884e::" providerId="AD" clId="Web-{1214E224-89D4-86C3-08E3-DDD7BFAAEC7D}" dt="2026-03-11T11:48:34.320" v="34"/>
          <pc:sldLayoutMkLst>
            <pc:docMk/>
            <pc:sldMasterMk cId="2145507585" sldId="2147483660"/>
            <pc:sldLayoutMk cId="4209657417" sldId="2147483871"/>
          </pc:sldLayoutMkLst>
        </pc:sldLayoutChg>
        <pc:sldLayoutChg chg="mod">
          <pc:chgData name="Guest User" userId="S::urn:spo:tenantanon#c1025aae-98b9-4021-b4b6-c201214b884e::" providerId="AD" clId="Web-{1214E224-89D4-86C3-08E3-DDD7BFAAEC7D}" dt="2026-03-11T11:48:34.320" v="34"/>
          <pc:sldLayoutMkLst>
            <pc:docMk/>
            <pc:sldMasterMk cId="2145507585" sldId="2147483660"/>
            <pc:sldLayoutMk cId="1958479073" sldId="2147483902"/>
          </pc:sldLayoutMkLst>
        </pc:sldLayoutChg>
      </pc:sldMasterChg>
    </pc:docChg>
  </pc:docChgLst>
  <pc:docChgLst>
    <pc:chgData name="Ricardo Carmo" userId="S::ricardomlcarmo@ua.pt::f418907a-63fe-454f-9a71-397bf9c8357a" providerId="AD" clId="Web-{AFF3C555-0F44-1ABD-AC41-ED6DC53727E4}"/>
    <pc:docChg chg="modSld">
      <pc:chgData name="Ricardo Carmo" userId="S::ricardomlcarmo@ua.pt::f418907a-63fe-454f-9a71-397bf9c8357a" providerId="AD" clId="Web-{AFF3C555-0F44-1ABD-AC41-ED6DC53727E4}" dt="2026-02-21T15:37:01.428" v="97" actId="1076"/>
      <pc:docMkLst>
        <pc:docMk/>
      </pc:docMkLst>
    </pc:docChg>
  </pc:docChgLst>
  <pc:docChgLst>
    <pc:chgData name="Daniel Oliveira" userId="S::doliveira24@ua.pt::caaed474-cd89-493b-94d2-ec114fb9218c" providerId="AD" clId="Web-{08AE88FA-E121-AA8C-ADBA-917ED9BA7CAA}"/>
    <pc:docChg chg="modSld">
      <pc:chgData name="Daniel Oliveira" userId="S::doliveira24@ua.pt::caaed474-cd89-493b-94d2-ec114fb9218c" providerId="AD" clId="Web-{08AE88FA-E121-AA8C-ADBA-917ED9BA7CAA}" dt="2026-03-17T15:42:06.142" v="62"/>
      <pc:docMkLst>
        <pc:docMk/>
      </pc:docMkLst>
      <pc:sldChg chg="modSp">
        <pc:chgData name="Daniel Oliveira" userId="S::doliveira24@ua.pt::caaed474-cd89-493b-94d2-ec114fb9218c" providerId="AD" clId="Web-{08AE88FA-E121-AA8C-ADBA-917ED9BA7CAA}" dt="2026-03-17T15:40:55.827" v="13" actId="20577"/>
        <pc:sldMkLst>
          <pc:docMk/>
          <pc:sldMk cId="359400595" sldId="279"/>
        </pc:sldMkLst>
        <pc:spChg chg="mod">
          <ac:chgData name="Daniel Oliveira" userId="S::doliveira24@ua.pt::caaed474-cd89-493b-94d2-ec114fb9218c" providerId="AD" clId="Web-{08AE88FA-E121-AA8C-ADBA-917ED9BA7CAA}" dt="2026-03-17T15:40:55.827" v="13" actId="20577"/>
          <ac:spMkLst>
            <pc:docMk/>
            <pc:sldMk cId="359400595" sldId="279"/>
            <ac:spMk id="3" creationId="{FBBA6665-0600-59ED-C064-E2340589C796}"/>
          </ac:spMkLst>
        </pc:spChg>
      </pc:sldChg>
      <pc:sldChg chg="modSp">
        <pc:chgData name="Daniel Oliveira" userId="S::doliveira24@ua.pt::caaed474-cd89-493b-94d2-ec114fb9218c" providerId="AD" clId="Web-{08AE88FA-E121-AA8C-ADBA-917ED9BA7CAA}" dt="2026-03-17T15:41:45.345" v="32" actId="20577"/>
        <pc:sldMkLst>
          <pc:docMk/>
          <pc:sldMk cId="1196887842" sldId="280"/>
        </pc:sldMkLst>
        <pc:spChg chg="mod">
          <ac:chgData name="Daniel Oliveira" userId="S::doliveira24@ua.pt::caaed474-cd89-493b-94d2-ec114fb9218c" providerId="AD" clId="Web-{08AE88FA-E121-AA8C-ADBA-917ED9BA7CAA}" dt="2026-03-17T15:41:45.345" v="32" actId="20577"/>
          <ac:spMkLst>
            <pc:docMk/>
            <pc:sldMk cId="1196887842" sldId="280"/>
            <ac:spMk id="3" creationId="{E5379D1D-617B-8953-673B-16483CE73BC8}"/>
          </ac:spMkLst>
        </pc:spChg>
      </pc:sldChg>
      <pc:sldChg chg="modSp">
        <pc:chgData name="Daniel Oliveira" userId="S::doliveira24@ua.pt::caaed474-cd89-493b-94d2-ec114fb9218c" providerId="AD" clId="Web-{08AE88FA-E121-AA8C-ADBA-917ED9BA7CAA}" dt="2026-03-17T15:42:06.142" v="62"/>
        <pc:sldMkLst>
          <pc:docMk/>
          <pc:sldMk cId="3127055593" sldId="285"/>
        </pc:sldMkLst>
        <pc:graphicFrameChg chg="mod modGraphic">
          <ac:chgData name="Daniel Oliveira" userId="S::doliveira24@ua.pt::caaed474-cd89-493b-94d2-ec114fb9218c" providerId="AD" clId="Web-{08AE88FA-E121-AA8C-ADBA-917ED9BA7CAA}" dt="2026-03-17T15:42:06.142" v="62"/>
          <ac:graphicFrameMkLst>
            <pc:docMk/>
            <pc:sldMk cId="3127055593" sldId="285"/>
            <ac:graphicFrameMk id="3" creationId="{BFEE35F7-FC10-6ED8-770C-7E854056AEA6}"/>
          </ac:graphicFrameMkLst>
        </pc:graphicFrameChg>
      </pc:sldChg>
    </pc:docChg>
  </pc:docChgLst>
  <pc:docChgLst>
    <pc:chgData name="Ricardo Carmo" userId="S::ricardomlcarmo@ua.pt::f418907a-63fe-454f-9a71-397bf9c8357a" providerId="AD" clId="Web-{FFE99816-EDE3-FDEF-6999-78D22B47C291}"/>
    <pc:docChg chg="addSld modSld">
      <pc:chgData name="Ricardo Carmo" userId="S::ricardomlcarmo@ua.pt::f418907a-63fe-454f-9a71-397bf9c8357a" providerId="AD" clId="Web-{FFE99816-EDE3-FDEF-6999-78D22B47C291}" dt="2026-03-17T23:20:19.486" v="213" actId="1076"/>
      <pc:docMkLst>
        <pc:docMk/>
      </pc:docMkLst>
      <pc:sldChg chg="modSp">
        <pc:chgData name="Ricardo Carmo" userId="S::ricardomlcarmo@ua.pt::f418907a-63fe-454f-9a71-397bf9c8357a" providerId="AD" clId="Web-{FFE99816-EDE3-FDEF-6999-78D22B47C291}" dt="2026-03-17T23:20:19.486" v="213" actId="1076"/>
        <pc:sldMkLst>
          <pc:docMk/>
          <pc:sldMk cId="166703049" sldId="278"/>
        </pc:sldMkLst>
        <pc:spChg chg="mod">
          <ac:chgData name="Ricardo Carmo" userId="S::ricardomlcarmo@ua.pt::f418907a-63fe-454f-9a71-397bf9c8357a" providerId="AD" clId="Web-{FFE99816-EDE3-FDEF-6999-78D22B47C291}" dt="2026-03-17T23:20:14.471" v="212" actId="1076"/>
          <ac:spMkLst>
            <pc:docMk/>
            <pc:sldMk cId="166703049" sldId="278"/>
            <ac:spMk id="3" creationId="{3AAF0D40-DA8F-CD45-1801-0E0D8038FBF0}"/>
          </ac:spMkLst>
        </pc:spChg>
        <pc:spChg chg="mod">
          <ac:chgData name="Ricardo Carmo" userId="S::ricardomlcarmo@ua.pt::f418907a-63fe-454f-9a71-397bf9c8357a" providerId="AD" clId="Web-{FFE99816-EDE3-FDEF-6999-78D22B47C291}" dt="2026-03-17T23:20:19.486" v="213" actId="1076"/>
          <ac:spMkLst>
            <pc:docMk/>
            <pc:sldMk cId="166703049" sldId="278"/>
            <ac:spMk id="4" creationId="{EBBD08FD-B4C2-AB0A-A239-5F2F299D3E28}"/>
          </ac:spMkLst>
        </pc:spChg>
        <pc:spChg chg="mod">
          <ac:chgData name="Ricardo Carmo" userId="S::ricardomlcarmo@ua.pt::f418907a-63fe-454f-9a71-397bf9c8357a" providerId="AD" clId="Web-{FFE99816-EDE3-FDEF-6999-78D22B47C291}" dt="2026-03-17T23:19:44.111" v="207" actId="1076"/>
          <ac:spMkLst>
            <pc:docMk/>
            <pc:sldMk cId="166703049" sldId="278"/>
            <ac:spMk id="22" creationId="{79D27D2F-7E8E-0572-F787-F68F3F6C068F}"/>
          </ac:spMkLst>
        </pc:spChg>
        <pc:spChg chg="mod">
          <ac:chgData name="Ricardo Carmo" userId="S::ricardomlcarmo@ua.pt::f418907a-63fe-454f-9a71-397bf9c8357a" providerId="AD" clId="Web-{FFE99816-EDE3-FDEF-6999-78D22B47C291}" dt="2026-03-17T23:19:57.142" v="210" actId="14100"/>
          <ac:spMkLst>
            <pc:docMk/>
            <pc:sldMk cId="166703049" sldId="278"/>
            <ac:spMk id="23" creationId="{8B6AE684-689F-7156-EFE6-B1CD5D7CFD9C}"/>
          </ac:spMkLst>
        </pc:spChg>
        <pc:spChg chg="mod">
          <ac:chgData name="Ricardo Carmo" userId="S::ricardomlcarmo@ua.pt::f418907a-63fe-454f-9a71-397bf9c8357a" providerId="AD" clId="Web-{FFE99816-EDE3-FDEF-6999-78D22B47C291}" dt="2026-03-17T23:15:15.181" v="188" actId="1076"/>
          <ac:spMkLst>
            <pc:docMk/>
            <pc:sldMk cId="166703049" sldId="278"/>
            <ac:spMk id="25" creationId="{65227B78-D2D7-AF92-373D-C7EA1647C4B5}"/>
          </ac:spMkLst>
        </pc:spChg>
        <pc:spChg chg="mod">
          <ac:chgData name="Ricardo Carmo" userId="S::ricardomlcarmo@ua.pt::f418907a-63fe-454f-9a71-397bf9c8357a" providerId="AD" clId="Web-{FFE99816-EDE3-FDEF-6999-78D22B47C291}" dt="2026-03-17T23:16:17.199" v="196" actId="1076"/>
          <ac:spMkLst>
            <pc:docMk/>
            <pc:sldMk cId="166703049" sldId="278"/>
            <ac:spMk id="26" creationId="{064BF668-540C-AA4A-1B8E-CCD441FC1BE1}"/>
          </ac:spMkLst>
        </pc:spChg>
        <pc:spChg chg="mod">
          <ac:chgData name="Ricardo Carmo" userId="S::ricardomlcarmo@ua.pt::f418907a-63fe-454f-9a71-397bf9c8357a" providerId="AD" clId="Web-{FFE99816-EDE3-FDEF-6999-78D22B47C291}" dt="2026-03-17T23:15:54.105" v="192" actId="1076"/>
          <ac:spMkLst>
            <pc:docMk/>
            <pc:sldMk cId="166703049" sldId="278"/>
            <ac:spMk id="27" creationId="{BAF815C2-D318-34A0-9401-E908ABB64CB4}"/>
          </ac:spMkLst>
        </pc:spChg>
        <pc:spChg chg="mod">
          <ac:chgData name="Ricardo Carmo" userId="S::ricardomlcarmo@ua.pt::f418907a-63fe-454f-9a71-397bf9c8357a" providerId="AD" clId="Web-{FFE99816-EDE3-FDEF-6999-78D22B47C291}" dt="2026-03-17T23:16:02.589" v="194" actId="1076"/>
          <ac:spMkLst>
            <pc:docMk/>
            <pc:sldMk cId="166703049" sldId="278"/>
            <ac:spMk id="28" creationId="{E69B24FC-8F92-BFE9-D5FF-584356BE9CF6}"/>
          </ac:spMkLst>
        </pc:spChg>
        <pc:spChg chg="mod">
          <ac:chgData name="Ricardo Carmo" userId="S::ricardomlcarmo@ua.pt::f418907a-63fe-454f-9a71-397bf9c8357a" providerId="AD" clId="Web-{FFE99816-EDE3-FDEF-6999-78D22B47C291}" dt="2026-03-17T23:18:01.280" v="200" actId="14100"/>
          <ac:spMkLst>
            <pc:docMk/>
            <pc:sldMk cId="166703049" sldId="278"/>
            <ac:spMk id="29" creationId="{39218726-AD5A-BFAE-4EBB-949E03D6B236}"/>
          </ac:spMkLst>
        </pc:spChg>
        <pc:spChg chg="mod">
          <ac:chgData name="Ricardo Carmo" userId="S::ricardomlcarmo@ua.pt::f418907a-63fe-454f-9a71-397bf9c8357a" providerId="AD" clId="Web-{FFE99816-EDE3-FDEF-6999-78D22B47C291}" dt="2026-03-17T23:19:59.736" v="211" actId="1076"/>
          <ac:spMkLst>
            <pc:docMk/>
            <pc:sldMk cId="166703049" sldId="278"/>
            <ac:spMk id="30" creationId="{5C302CD7-B670-64A3-98BA-2CBA8D85E173}"/>
          </ac:spMkLst>
        </pc:spChg>
        <pc:spChg chg="mod">
          <ac:chgData name="Ricardo Carmo" userId="S::ricardomlcarmo@ua.pt::f418907a-63fe-454f-9a71-397bf9c8357a" providerId="AD" clId="Web-{FFE99816-EDE3-FDEF-6999-78D22B47C291}" dt="2026-03-17T23:18:07.859" v="201" actId="14100"/>
          <ac:spMkLst>
            <pc:docMk/>
            <pc:sldMk cId="166703049" sldId="278"/>
            <ac:spMk id="31" creationId="{8E67DFA2-3342-0531-57E1-4368FDD5582B}"/>
          </ac:spMkLst>
        </pc:spChg>
        <pc:spChg chg="mod">
          <ac:chgData name="Ricardo Carmo" userId="S::ricardomlcarmo@ua.pt::f418907a-63fe-454f-9a71-397bf9c8357a" providerId="AD" clId="Web-{FFE99816-EDE3-FDEF-6999-78D22B47C291}" dt="2026-03-17T23:19:21.829" v="206" actId="14100"/>
          <ac:spMkLst>
            <pc:docMk/>
            <pc:sldMk cId="166703049" sldId="278"/>
            <ac:spMk id="32" creationId="{14E824B8-DCDB-966B-14B7-EC41C99B5769}"/>
          </ac:spMkLst>
        </pc:spChg>
      </pc:sldChg>
      <pc:sldChg chg="mod modShow">
        <pc:chgData name="Ricardo Carmo" userId="S::ricardomlcarmo@ua.pt::f418907a-63fe-454f-9a71-397bf9c8357a" providerId="AD" clId="Web-{FFE99816-EDE3-FDEF-6999-78D22B47C291}" dt="2026-03-17T23:03:16.438" v="181"/>
        <pc:sldMkLst>
          <pc:docMk/>
          <pc:sldMk cId="3127055593" sldId="285"/>
        </pc:sldMkLst>
      </pc:sldChg>
      <pc:sldChg chg="addSp delSp modSp add replId">
        <pc:chgData name="Ricardo Carmo" userId="S::ricardomlcarmo@ua.pt::f418907a-63fe-454f-9a71-397bf9c8357a" providerId="AD" clId="Web-{FFE99816-EDE3-FDEF-6999-78D22B47C291}" dt="2026-03-17T23:00:12.012" v="180" actId="1076"/>
        <pc:sldMkLst>
          <pc:docMk/>
          <pc:sldMk cId="3478667281" sldId="288"/>
        </pc:sldMkLst>
        <pc:spChg chg="add del">
          <ac:chgData name="Ricardo Carmo" userId="S::ricardomlcarmo@ua.pt::f418907a-63fe-454f-9a71-397bf9c8357a" providerId="AD" clId="Web-{FFE99816-EDE3-FDEF-6999-78D22B47C291}" dt="2026-03-17T22:49:31.883" v="2"/>
          <ac:spMkLst>
            <pc:docMk/>
            <pc:sldMk cId="3478667281" sldId="288"/>
            <ac:spMk id="3" creationId="{F1794306-8385-0FAA-5395-E48FE0101E68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8:35.712" v="152" actId="1076"/>
          <ac:spMkLst>
            <pc:docMk/>
            <pc:sldMk cId="3478667281" sldId="288"/>
            <ac:spMk id="12" creationId="{6C3BB1AC-A776-71FB-15C7-06CE64074A41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4:41.246" v="88" actId="1076"/>
          <ac:spMkLst>
            <pc:docMk/>
            <pc:sldMk cId="3478667281" sldId="288"/>
            <ac:spMk id="14" creationId="{8E16CF7B-E7E9-3677-E1CA-4E98CE745C86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4:18.370" v="86" actId="1076"/>
          <ac:spMkLst>
            <pc:docMk/>
            <pc:sldMk cId="3478667281" sldId="288"/>
            <ac:spMk id="16" creationId="{ECD67889-6FE0-C7E4-03BB-43CCE8997F46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8:50.822" v="153" actId="1076"/>
          <ac:spMkLst>
            <pc:docMk/>
            <pc:sldMk cId="3478667281" sldId="288"/>
            <ac:spMk id="18" creationId="{E853E3EB-9A9D-53AF-9D6F-E4C437882434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5:56.736" v="103" actId="20577"/>
          <ac:spMkLst>
            <pc:docMk/>
            <pc:sldMk cId="3478667281" sldId="288"/>
            <ac:spMk id="34" creationId="{417CB7C4-FBCF-CFFE-C5C8-B0F6296C88DD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5:46.251" v="102" actId="20577"/>
          <ac:spMkLst>
            <pc:docMk/>
            <pc:sldMk cId="3478667281" sldId="288"/>
            <ac:spMk id="35" creationId="{295940EC-6444-F324-66C8-1214690B7BA5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6:30.253" v="110" actId="20577"/>
          <ac:spMkLst>
            <pc:docMk/>
            <pc:sldMk cId="3478667281" sldId="288"/>
            <ac:spMk id="36" creationId="{0D680C50-3980-7D4E-1A97-C9B74033D88D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6:38.535" v="118" actId="20577"/>
          <ac:spMkLst>
            <pc:docMk/>
            <pc:sldMk cId="3478667281" sldId="288"/>
            <ac:spMk id="37" creationId="{4E662EC4-DF27-6356-B13A-240D99192CB0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8:03.023" v="134" actId="20577"/>
          <ac:spMkLst>
            <pc:docMk/>
            <pc:sldMk cId="3478667281" sldId="288"/>
            <ac:spMk id="38" creationId="{74FBFEE3-0317-53CE-03D9-F77C0E67B189}"/>
          </ac:spMkLst>
        </pc:spChg>
        <pc:spChg chg="add mod">
          <ac:chgData name="Ricardo Carmo" userId="S::ricardomlcarmo@ua.pt::f418907a-63fe-454f-9a71-397bf9c8357a" providerId="AD" clId="Web-{FFE99816-EDE3-FDEF-6999-78D22B47C291}" dt="2026-03-17T22:58:08.024" v="143" actId="20577"/>
          <ac:spMkLst>
            <pc:docMk/>
            <pc:sldMk cId="3478667281" sldId="288"/>
            <ac:spMk id="39" creationId="{C1CB4794-1748-1244-B9D6-233242804ED5}"/>
          </ac:spMkLst>
        </pc:spChg>
        <pc:spChg chg="add mod">
          <ac:chgData name="Ricardo Carmo" userId="S::ricardomlcarmo@ua.pt::f418907a-63fe-454f-9a71-397bf9c8357a" providerId="AD" clId="Web-{FFE99816-EDE3-FDEF-6999-78D22B47C291}" dt="2026-03-17T23:00:07.012" v="179" actId="1076"/>
          <ac:spMkLst>
            <pc:docMk/>
            <pc:sldMk cId="3478667281" sldId="288"/>
            <ac:spMk id="40" creationId="{483B0B42-FCD6-6AF8-856D-410A9A2B28F6}"/>
          </ac:spMkLst>
        </pc:spChg>
        <pc:spChg chg="add mod">
          <ac:chgData name="Ricardo Carmo" userId="S::ricardomlcarmo@ua.pt::f418907a-63fe-454f-9a71-397bf9c8357a" providerId="AD" clId="Web-{FFE99816-EDE3-FDEF-6999-78D22B47C291}" dt="2026-03-17T23:00:12.012" v="180" actId="1076"/>
          <ac:spMkLst>
            <pc:docMk/>
            <pc:sldMk cId="3478667281" sldId="288"/>
            <ac:spMk id="41" creationId="{718D3B67-430D-420C-26A5-5C1FA5FD2408}"/>
          </ac:spMkLst>
        </pc:spChg>
        <pc:picChg chg="add del mod">
          <ac:chgData name="Ricardo Carmo" userId="S::ricardomlcarmo@ua.pt::f418907a-63fe-454f-9a71-397bf9c8357a" providerId="AD" clId="Web-{FFE99816-EDE3-FDEF-6999-78D22B47C291}" dt="2026-03-17T22:57:40.601" v="126"/>
          <ac:picMkLst>
            <pc:docMk/>
            <pc:sldMk cId="3478667281" sldId="288"/>
            <ac:picMk id="22" creationId="{D704AC73-C70E-9B4E-3318-3995CD1AB4C0}"/>
          </ac:picMkLst>
        </pc:picChg>
        <pc:picChg chg="del mod">
          <ac:chgData name="Ricardo Carmo" userId="S::ricardomlcarmo@ua.pt::f418907a-63fe-454f-9a71-397bf9c8357a" providerId="AD" clId="Web-{FFE99816-EDE3-FDEF-6999-78D22B47C291}" dt="2026-03-17T22:53:46.933" v="79"/>
          <ac:picMkLst>
            <pc:docMk/>
            <pc:sldMk cId="3478667281" sldId="288"/>
            <ac:picMk id="29" creationId="{575B5BD2-114B-4180-43FF-A3C5D2443C16}"/>
          </ac:picMkLst>
        </pc:picChg>
        <pc:picChg chg="add del mod">
          <ac:chgData name="Ricardo Carmo" userId="S::ricardomlcarmo@ua.pt::f418907a-63fe-454f-9a71-397bf9c8357a" providerId="AD" clId="Web-{FFE99816-EDE3-FDEF-6999-78D22B47C291}" dt="2026-03-17T22:58:11.711" v="144"/>
          <ac:picMkLst>
            <pc:docMk/>
            <pc:sldMk cId="3478667281" sldId="288"/>
            <ac:picMk id="30" creationId="{1B9CECAF-E6DA-09EA-F2EB-9E0886B99303}"/>
          </ac:picMkLst>
        </pc:picChg>
        <pc:picChg chg="del mod">
          <ac:chgData name="Ricardo Carmo" userId="S::ricardomlcarmo@ua.pt::f418907a-63fe-454f-9a71-397bf9c8357a" providerId="AD" clId="Web-{FFE99816-EDE3-FDEF-6999-78D22B47C291}" dt="2026-03-17T22:57:25.756" v="120"/>
          <ac:picMkLst>
            <pc:docMk/>
            <pc:sldMk cId="3478667281" sldId="288"/>
            <ac:picMk id="31" creationId="{475C8E02-5BC0-75BA-D501-5522AC8783C5}"/>
          </ac:picMkLst>
        </pc:picChg>
        <pc:picChg chg="del mod">
          <ac:chgData name="Ricardo Carmo" userId="S::ricardomlcarmo@ua.pt::f418907a-63fe-454f-9a71-397bf9c8357a" providerId="AD" clId="Web-{FFE99816-EDE3-FDEF-6999-78D22B47C291}" dt="2026-03-17T22:57:26.412" v="121"/>
          <ac:picMkLst>
            <pc:docMk/>
            <pc:sldMk cId="3478667281" sldId="288"/>
            <ac:picMk id="32" creationId="{85BE8F47-2A06-6855-9C06-ACD588F22F2D}"/>
          </ac:picMkLst>
        </pc:picChg>
        <pc:picChg chg="del mod">
          <ac:chgData name="Ricardo Carmo" userId="S::ricardomlcarmo@ua.pt::f418907a-63fe-454f-9a71-397bf9c8357a" providerId="AD" clId="Web-{FFE99816-EDE3-FDEF-6999-78D22B47C291}" dt="2026-03-17T22:59:21.464" v="178"/>
          <ac:picMkLst>
            <pc:docMk/>
            <pc:sldMk cId="3478667281" sldId="288"/>
            <ac:picMk id="33" creationId="{CF85F75F-9787-98EB-3939-04DB3A5A25EF}"/>
          </ac:picMkLst>
        </pc:picChg>
      </pc:sldChg>
    </pc:docChg>
  </pc:docChgLst>
  <pc:docChgLst>
    <pc:chgData name="Utilizador Convidado" userId="S::urn:spo:tenantanon#c1025aae-98b9-4021-b4b6-c201214b884e::" providerId="AD" clId="Web-{6B183F06-A852-C961-9CCE-E5BF28CC692A}"/>
    <pc:docChg chg="modSld">
      <pc:chgData name="Utilizador Convidado" userId="S::urn:spo:tenantanon#c1025aae-98b9-4021-b4b6-c201214b884e::" providerId="AD" clId="Web-{6B183F06-A852-C961-9CCE-E5BF28CC692A}" dt="2026-02-20T23:20:19.746" v="110"/>
      <pc:docMkLst>
        <pc:docMk/>
      </pc:docMkLst>
    </pc:docChg>
  </pc:docChgLst>
  <pc:docChgLst>
    <pc:chgData name="Guest User" userId="S::urn:spo:tenantanon#c1025aae-98b9-4021-b4b6-c201214b884e::" providerId="AD" clId="Web-{C4BBA50B-6F9D-9885-227E-DAD8050D524B}"/>
    <pc:docChg chg="addSld delSld modSld">
      <pc:chgData name="Guest User" userId="S::urn:spo:tenantanon#c1025aae-98b9-4021-b4b6-c201214b884e::" providerId="AD" clId="Web-{C4BBA50B-6F9D-9885-227E-DAD8050D524B}" dt="2026-02-20T21:56:00.344" v="160" actId="1076"/>
      <pc:docMkLst>
        <pc:docMk/>
      </pc:docMkLst>
    </pc:docChg>
  </pc:docChgLst>
  <pc:docChgLst>
    <pc:chgData name="Ricardo Carmo" userId="S::ricardomlcarmo@ua.pt::f418907a-63fe-454f-9a71-397bf9c8357a" providerId="AD" clId="Web-{658044BB-70BC-1F59-014F-4A73AEBDC111}"/>
    <pc:docChg chg="addSld delSld modSld">
      <pc:chgData name="Ricardo Carmo" userId="S::ricardomlcarmo@ua.pt::f418907a-63fe-454f-9a71-397bf9c8357a" providerId="AD" clId="Web-{658044BB-70BC-1F59-014F-4A73AEBDC111}" dt="2026-03-15T17:36:48.532" v="106" actId="20577"/>
      <pc:docMkLst>
        <pc:docMk/>
      </pc:docMkLst>
      <pc:sldChg chg="delSp mod setBg">
        <pc:chgData name="Ricardo Carmo" userId="S::ricardomlcarmo@ua.pt::f418907a-63fe-454f-9a71-397bf9c8357a" providerId="AD" clId="Web-{658044BB-70BC-1F59-014F-4A73AEBDC111}" dt="2026-03-15T17:23:23.112" v="2"/>
        <pc:sldMkLst>
          <pc:docMk/>
          <pc:sldMk cId="3836992629" sldId="274"/>
        </pc:sldMkLst>
      </pc:sldChg>
      <pc:sldChg chg="modSp add replId">
        <pc:chgData name="Ricardo Carmo" userId="S::ricardomlcarmo@ua.pt::f418907a-63fe-454f-9a71-397bf9c8357a" providerId="AD" clId="Web-{658044BB-70BC-1F59-014F-4A73AEBDC111}" dt="2026-03-15T17:35:18.294" v="62" actId="14100"/>
        <pc:sldMkLst>
          <pc:docMk/>
          <pc:sldMk cId="359400595" sldId="279"/>
        </pc:sldMkLst>
        <pc:spChg chg="mod">
          <ac:chgData name="Ricardo Carmo" userId="S::ricardomlcarmo@ua.pt::f418907a-63fe-454f-9a71-397bf9c8357a" providerId="AD" clId="Web-{658044BB-70BC-1F59-014F-4A73AEBDC111}" dt="2026-03-15T17:34:44.793" v="52" actId="20577"/>
          <ac:spMkLst>
            <pc:docMk/>
            <pc:sldMk cId="359400595" sldId="279"/>
            <ac:spMk id="2" creationId="{8E17B1E9-EF06-323B-F126-6B285CD24CF4}"/>
          </ac:spMkLst>
        </pc:spChg>
        <pc:spChg chg="mod">
          <ac:chgData name="Ricardo Carmo" userId="S::ricardomlcarmo@ua.pt::f418907a-63fe-454f-9a71-397bf9c8357a" providerId="AD" clId="Web-{658044BB-70BC-1F59-014F-4A73AEBDC111}" dt="2026-03-15T17:35:18.294" v="62" actId="14100"/>
          <ac:spMkLst>
            <pc:docMk/>
            <pc:sldMk cId="359400595" sldId="279"/>
            <ac:spMk id="3" creationId="{FBBA6665-0600-59ED-C064-E2340589C796}"/>
          </ac:spMkLst>
        </pc:spChg>
      </pc:sldChg>
      <pc:sldChg chg="modSp add replId">
        <pc:chgData name="Ricardo Carmo" userId="S::ricardomlcarmo@ua.pt::f418907a-63fe-454f-9a71-397bf9c8357a" providerId="AD" clId="Web-{658044BB-70BC-1F59-014F-4A73AEBDC111}" dt="2026-03-15T17:36:48.532" v="106" actId="20577"/>
        <pc:sldMkLst>
          <pc:docMk/>
          <pc:sldMk cId="1196887842" sldId="280"/>
        </pc:sldMkLst>
        <pc:spChg chg="mod">
          <ac:chgData name="Ricardo Carmo" userId="S::ricardomlcarmo@ua.pt::f418907a-63fe-454f-9a71-397bf9c8357a" providerId="AD" clId="Web-{658044BB-70BC-1F59-014F-4A73AEBDC111}" dt="2026-03-15T17:35:57.530" v="92" actId="20577"/>
          <ac:spMkLst>
            <pc:docMk/>
            <pc:sldMk cId="1196887842" sldId="280"/>
            <ac:spMk id="2" creationId="{C99905B4-A2B9-560E-F342-B762C83C00BF}"/>
          </ac:spMkLst>
        </pc:spChg>
        <pc:spChg chg="mod">
          <ac:chgData name="Ricardo Carmo" userId="S::ricardomlcarmo@ua.pt::f418907a-63fe-454f-9a71-397bf9c8357a" providerId="AD" clId="Web-{658044BB-70BC-1F59-014F-4A73AEBDC111}" dt="2026-03-15T17:36:48.532" v="106" actId="20577"/>
          <ac:spMkLst>
            <pc:docMk/>
            <pc:sldMk cId="1196887842" sldId="280"/>
            <ac:spMk id="3" creationId="{E5379D1D-617B-8953-673B-16483CE73BC8}"/>
          </ac:spMkLst>
        </pc:spChg>
      </pc:sldChg>
    </pc:docChg>
  </pc:docChgLst>
  <pc:docChgLst>
    <pc:chgData name="Miguel Mota" userId="S::mota.m@ua.pt::d3167964-8d14-43ee-a90f-7235b8218f59" providerId="AD" clId="Web-{26D3594F-D3FF-2075-2747-489F7BF17048}"/>
    <pc:docChg chg="addSld delSld modSld">
      <pc:chgData name="Miguel Mota" userId="S::mota.m@ua.pt::d3167964-8d14-43ee-a90f-7235b8218f59" providerId="AD" clId="Web-{26D3594F-D3FF-2075-2747-489F7BF17048}" dt="2026-03-15T23:27:23.885" v="152" actId="20577"/>
      <pc:docMkLst>
        <pc:docMk/>
      </pc:docMkLst>
      <pc:sldChg chg="modSp">
        <pc:chgData name="Miguel Mota" userId="S::mota.m@ua.pt::d3167964-8d14-43ee-a90f-7235b8218f59" providerId="AD" clId="Web-{26D3594F-D3FF-2075-2747-489F7BF17048}" dt="2026-03-15T19:06:58.978" v="92" actId="20577"/>
        <pc:sldMkLst>
          <pc:docMk/>
          <pc:sldMk cId="0" sldId="258"/>
        </pc:sldMkLst>
        <pc:spChg chg="mod">
          <ac:chgData name="Miguel Mota" userId="S::mota.m@ua.pt::d3167964-8d14-43ee-a90f-7235b8218f59" providerId="AD" clId="Web-{26D3594F-D3FF-2075-2747-489F7BF17048}" dt="2026-03-15T19:06:58.978" v="92" actId="20577"/>
          <ac:spMkLst>
            <pc:docMk/>
            <pc:sldMk cId="0" sldId="258"/>
            <ac:spMk id="5" creationId="{34536F21-3852-4AA0-4C0F-CCF07F142F0E}"/>
          </ac:spMkLst>
        </pc:spChg>
      </pc:sldChg>
      <pc:sldChg chg="modSp">
        <pc:chgData name="Miguel Mota" userId="S::mota.m@ua.pt::d3167964-8d14-43ee-a90f-7235b8218f59" providerId="AD" clId="Web-{26D3594F-D3FF-2075-2747-489F7BF17048}" dt="2026-03-15T23:27:09.962" v="149" actId="20577"/>
        <pc:sldMkLst>
          <pc:docMk/>
          <pc:sldMk cId="1105661959" sldId="275"/>
        </pc:sldMkLst>
        <pc:spChg chg="mod">
          <ac:chgData name="Miguel Mota" userId="S::mota.m@ua.pt::d3167964-8d14-43ee-a90f-7235b8218f59" providerId="AD" clId="Web-{26D3594F-D3FF-2075-2747-489F7BF17048}" dt="2026-03-15T23:27:09.962" v="149" actId="20577"/>
          <ac:spMkLst>
            <pc:docMk/>
            <pc:sldMk cId="1105661959" sldId="275"/>
            <ac:spMk id="2" creationId="{045AD914-F3F2-8601-72B6-2CB215FCB3CB}"/>
          </ac:spMkLst>
        </pc:spChg>
      </pc:sldChg>
      <pc:sldChg chg="modSp">
        <pc:chgData name="Miguel Mota" userId="S::mota.m@ua.pt::d3167964-8d14-43ee-a90f-7235b8218f59" providerId="AD" clId="Web-{26D3594F-D3FF-2075-2747-489F7BF17048}" dt="2026-03-15T19:07:17.713" v="102" actId="20577"/>
        <pc:sldMkLst>
          <pc:docMk/>
          <pc:sldMk cId="1722739883" sldId="276"/>
        </pc:sldMkLst>
        <pc:spChg chg="mod">
          <ac:chgData name="Miguel Mota" userId="S::mota.m@ua.pt::d3167964-8d14-43ee-a90f-7235b8218f59" providerId="AD" clId="Web-{26D3594F-D3FF-2075-2747-489F7BF17048}" dt="2026-03-15T19:07:17.713" v="102" actId="20577"/>
          <ac:spMkLst>
            <pc:docMk/>
            <pc:sldMk cId="1722739883" sldId="276"/>
            <ac:spMk id="2" creationId="{5685107B-625B-93F8-ADD5-42EC31B571C5}"/>
          </ac:spMkLst>
        </pc:spChg>
      </pc:sldChg>
      <pc:sldChg chg="modSp">
        <pc:chgData name="Miguel Mota" userId="S::mota.m@ua.pt::d3167964-8d14-43ee-a90f-7235b8218f59" providerId="AD" clId="Web-{26D3594F-D3FF-2075-2747-489F7BF17048}" dt="2026-03-15T23:27:06.727" v="147" actId="20577"/>
        <pc:sldMkLst>
          <pc:docMk/>
          <pc:sldMk cId="166703049" sldId="278"/>
        </pc:sldMkLst>
        <pc:spChg chg="mod">
          <ac:chgData name="Miguel Mota" userId="S::mota.m@ua.pt::d3167964-8d14-43ee-a90f-7235b8218f59" providerId="AD" clId="Web-{26D3594F-D3FF-2075-2747-489F7BF17048}" dt="2026-03-15T23:27:06.727" v="147" actId="20577"/>
          <ac:spMkLst>
            <pc:docMk/>
            <pc:sldMk cId="166703049" sldId="278"/>
            <ac:spMk id="14" creationId="{9D4D5B21-2BD1-46AE-8F66-71D9B68B05DA}"/>
          </ac:spMkLst>
        </pc:spChg>
      </pc:sldChg>
      <pc:sldChg chg="modSp">
        <pc:chgData name="Miguel Mota" userId="S::mota.m@ua.pt::d3167964-8d14-43ee-a90f-7235b8218f59" providerId="AD" clId="Web-{26D3594F-D3FF-2075-2747-489F7BF17048}" dt="2026-03-15T19:06:54.040" v="86" actId="20577"/>
        <pc:sldMkLst>
          <pc:docMk/>
          <pc:sldMk cId="1196887842" sldId="280"/>
        </pc:sldMkLst>
        <pc:spChg chg="mod">
          <ac:chgData name="Miguel Mota" userId="S::mota.m@ua.pt::d3167964-8d14-43ee-a90f-7235b8218f59" providerId="AD" clId="Web-{26D3594F-D3FF-2075-2747-489F7BF17048}" dt="2026-03-15T19:06:54.040" v="86" actId="20577"/>
          <ac:spMkLst>
            <pc:docMk/>
            <pc:sldMk cId="1196887842" sldId="280"/>
            <ac:spMk id="6" creationId="{2ED4D449-B155-DB4E-11DE-5FF4093FD669}"/>
          </ac:spMkLst>
        </pc:spChg>
      </pc:sldChg>
      <pc:sldChg chg="addSp delSp modSp add">
        <pc:chgData name="Miguel Mota" userId="S::mota.m@ua.pt::d3167964-8d14-43ee-a90f-7235b8218f59" providerId="AD" clId="Web-{26D3594F-D3FF-2075-2747-489F7BF17048}" dt="2026-03-15T19:17:38.717" v="144" actId="20577"/>
        <pc:sldMkLst>
          <pc:docMk/>
          <pc:sldMk cId="3949499948" sldId="281"/>
        </pc:sldMkLst>
        <pc:spChg chg="mod">
          <ac:chgData name="Miguel Mota" userId="S::mota.m@ua.pt::d3167964-8d14-43ee-a90f-7235b8218f59" providerId="AD" clId="Web-{26D3594F-D3FF-2075-2747-489F7BF17048}" dt="2026-03-15T19:10:06.081" v="108" actId="14100"/>
          <ac:spMkLst>
            <pc:docMk/>
            <pc:sldMk cId="3949499948" sldId="281"/>
            <ac:spMk id="4" creationId="{00000000-0000-0000-0000-000000000000}"/>
          </ac:spMkLst>
        </pc:spChg>
        <pc:spChg chg="mod">
          <ac:chgData name="Miguel Mota" userId="S::mota.m@ua.pt::d3167964-8d14-43ee-a90f-7235b8218f59" providerId="AD" clId="Web-{26D3594F-D3FF-2075-2747-489F7BF17048}" dt="2026-03-15T19:05:31.471" v="74" actId="20577"/>
          <ac:spMkLst>
            <pc:docMk/>
            <pc:sldMk cId="3949499948" sldId="281"/>
            <ac:spMk id="5" creationId="{00000000-0000-0000-0000-000000000000}"/>
          </ac:spMkLst>
        </pc:spChg>
        <pc:spChg chg="mod">
          <ac:chgData name="Miguel Mota" userId="S::mota.m@ua.pt::d3167964-8d14-43ee-a90f-7235b8218f59" providerId="AD" clId="Web-{26D3594F-D3FF-2075-2747-489F7BF17048}" dt="2026-03-15T19:10:22.347" v="110" actId="1076"/>
          <ac:spMkLst>
            <pc:docMk/>
            <pc:sldMk cId="3949499948" sldId="281"/>
            <ac:spMk id="10" creationId="{00000000-0000-0000-0000-000000000000}"/>
          </ac:spMkLst>
        </pc:spChg>
        <pc:spChg chg="mod">
          <ac:chgData name="Miguel Mota" userId="S::mota.m@ua.pt::d3167964-8d14-43ee-a90f-7235b8218f59" providerId="AD" clId="Web-{26D3594F-D3FF-2075-2747-489F7BF17048}" dt="2026-03-15T19:17:38.717" v="144" actId="20577"/>
          <ac:spMkLst>
            <pc:docMk/>
            <pc:sldMk cId="3949499948" sldId="281"/>
            <ac:spMk id="11" creationId="{00000000-0000-0000-0000-000000000000}"/>
          </ac:spMkLst>
        </pc:spChg>
        <pc:spChg chg="add mod">
          <ac:chgData name="Miguel Mota" userId="S::mota.m@ua.pt::d3167964-8d14-43ee-a90f-7235b8218f59" providerId="AD" clId="Web-{26D3594F-D3FF-2075-2747-489F7BF17048}" dt="2026-03-15T19:07:02.165" v="94" actId="20577"/>
          <ac:spMkLst>
            <pc:docMk/>
            <pc:sldMk cId="3949499948" sldId="281"/>
            <ac:spMk id="14" creationId="{0B0F8BC7-C08A-EFF1-BAFD-131925764CD0}"/>
          </ac:spMkLst>
        </pc:spChg>
      </pc:sldChg>
      <pc:sldChg chg="modSp">
        <pc:chgData name="Miguel Mota" userId="S::mota.m@ua.pt::d3167964-8d14-43ee-a90f-7235b8218f59" providerId="AD" clId="Web-{26D3594F-D3FF-2075-2747-489F7BF17048}" dt="2026-03-15T23:27:23.885" v="152" actId="20577"/>
        <pc:sldMkLst>
          <pc:docMk/>
          <pc:sldMk cId="2222411278" sldId="284"/>
        </pc:sldMkLst>
        <pc:spChg chg="mod">
          <ac:chgData name="Miguel Mota" userId="S::mota.m@ua.pt::d3167964-8d14-43ee-a90f-7235b8218f59" providerId="AD" clId="Web-{26D3594F-D3FF-2075-2747-489F7BF17048}" dt="2026-03-15T23:27:23.885" v="152" actId="20577"/>
          <ac:spMkLst>
            <pc:docMk/>
            <pc:sldMk cId="2222411278" sldId="284"/>
            <ac:spMk id="2" creationId="{F2993F45-2114-30F7-33D6-1A7317DB1C76}"/>
          </ac:spMkLst>
        </pc:spChg>
      </pc:sldChg>
    </pc:docChg>
  </pc:docChgLst>
  <pc:docChgLst>
    <pc:chgData name="Miguel Mota" userId="S::mota.m@ua.pt::d3167964-8d14-43ee-a90f-7235b8218f59" providerId="AD" clId="Web-{F03E29D0-7793-964E-C3A1-90A88B10DA14}"/>
    <pc:docChg chg="modSld">
      <pc:chgData name="Miguel Mota" userId="S::mota.m@ua.pt::d3167964-8d14-43ee-a90f-7235b8218f59" providerId="AD" clId="Web-{F03E29D0-7793-964E-C3A1-90A88B10DA14}" dt="2026-03-17T23:39:21.424" v="303" actId="688"/>
      <pc:docMkLst>
        <pc:docMk/>
      </pc:docMkLst>
      <pc:sldChg chg="addSp delSp modSp">
        <pc:chgData name="Miguel Mota" userId="S::mota.m@ua.pt::d3167964-8d14-43ee-a90f-7235b8218f59" providerId="AD" clId="Web-{F03E29D0-7793-964E-C3A1-90A88B10DA14}" dt="2026-03-17T23:39:21.424" v="303" actId="688"/>
        <pc:sldMkLst>
          <pc:docMk/>
          <pc:sldMk cId="166703049" sldId="278"/>
        </pc:sldMkLst>
        <pc:spChg chg="add del mod">
          <ac:chgData name="Miguel Mota" userId="S::mota.m@ua.pt::d3167964-8d14-43ee-a90f-7235b8218f59" providerId="AD" clId="Web-{F03E29D0-7793-964E-C3A1-90A88B10DA14}" dt="2026-03-17T23:11:12.687" v="18"/>
          <ac:spMkLst>
            <pc:docMk/>
            <pc:sldMk cId="166703049" sldId="278"/>
            <ac:spMk id="2" creationId="{883DA754-76CC-5036-9D3E-587DA6E03E71}"/>
          </ac:spMkLst>
        </pc:spChg>
        <pc:spChg chg="add mod">
          <ac:chgData name="Miguel Mota" userId="S::mota.m@ua.pt::d3167964-8d14-43ee-a90f-7235b8218f59" providerId="AD" clId="Web-{F03E29D0-7793-964E-C3A1-90A88B10DA14}" dt="2026-03-17T23:25:44.268" v="151" actId="1076"/>
          <ac:spMkLst>
            <pc:docMk/>
            <pc:sldMk cId="166703049" sldId="278"/>
            <ac:spMk id="3" creationId="{3AAF0D40-DA8F-CD45-1801-0E0D8038FBF0}"/>
          </ac:spMkLst>
        </pc:spChg>
        <pc:spChg chg="add mod">
          <ac:chgData name="Miguel Mota" userId="S::mota.m@ua.pt::d3167964-8d14-43ee-a90f-7235b8218f59" providerId="AD" clId="Web-{F03E29D0-7793-964E-C3A1-90A88B10DA14}" dt="2026-03-17T23:25:44.283" v="152" actId="1076"/>
          <ac:spMkLst>
            <pc:docMk/>
            <pc:sldMk cId="166703049" sldId="278"/>
            <ac:spMk id="4" creationId="{EBBD08FD-B4C2-AB0A-A239-5F2F299D3E28}"/>
          </ac:spMkLst>
        </pc:spChg>
        <pc:spChg chg="add mod">
          <ac:chgData name="Miguel Mota" userId="S::mota.m@ua.pt::d3167964-8d14-43ee-a90f-7235b8218f59" providerId="AD" clId="Web-{F03E29D0-7793-964E-C3A1-90A88B10DA14}" dt="2026-03-17T23:11:39.907" v="22" actId="1076"/>
          <ac:spMkLst>
            <pc:docMk/>
            <pc:sldMk cId="166703049" sldId="278"/>
            <ac:spMk id="7" creationId="{F04298CA-A502-AE89-2D67-037D34224974}"/>
          </ac:spMkLst>
        </pc:spChg>
        <pc:spChg chg="mod">
          <ac:chgData name="Miguel Mota" userId="S::mota.m@ua.pt::d3167964-8d14-43ee-a90f-7235b8218f59" providerId="AD" clId="Web-{F03E29D0-7793-964E-C3A1-90A88B10DA14}" dt="2026-03-17T23:27:29.948" v="161" actId="1076"/>
          <ac:spMkLst>
            <pc:docMk/>
            <pc:sldMk cId="166703049" sldId="278"/>
            <ac:spMk id="8" creationId="{996626E7-C11E-E37C-2057-AC8A1C891C06}"/>
          </ac:spMkLst>
        </pc:spChg>
        <pc:spChg chg="mod">
          <ac:chgData name="Miguel Mota" userId="S::mota.m@ua.pt::d3167964-8d14-43ee-a90f-7235b8218f59" providerId="AD" clId="Web-{F03E29D0-7793-964E-C3A1-90A88B10DA14}" dt="2026-03-17T23:25:35.033" v="143" actId="1076"/>
          <ac:spMkLst>
            <pc:docMk/>
            <pc:sldMk cId="166703049" sldId="278"/>
            <ac:spMk id="9" creationId="{6BBBF5E1-95F4-8EF2-23E3-98FD167C767E}"/>
          </ac:spMkLst>
        </pc:spChg>
        <pc:spChg chg="mod">
          <ac:chgData name="Miguel Mota" userId="S::mota.m@ua.pt::d3167964-8d14-43ee-a90f-7235b8218f59" providerId="AD" clId="Web-{F03E29D0-7793-964E-C3A1-90A88B10DA14}" dt="2026-03-17T23:27:41.277" v="162" actId="1076"/>
          <ac:spMkLst>
            <pc:docMk/>
            <pc:sldMk cId="166703049" sldId="278"/>
            <ac:spMk id="10" creationId="{46FF3C80-B1C4-BEAC-183F-10B46B562C18}"/>
          </ac:spMkLst>
        </pc:spChg>
        <pc:spChg chg="add mod">
          <ac:chgData name="Miguel Mota" userId="S::mota.m@ua.pt::d3167964-8d14-43ee-a90f-7235b8218f59" providerId="AD" clId="Web-{F03E29D0-7793-964E-C3A1-90A88B10DA14}" dt="2026-03-17T23:11:39.923" v="23" actId="1076"/>
          <ac:spMkLst>
            <pc:docMk/>
            <pc:sldMk cId="166703049" sldId="278"/>
            <ac:spMk id="11" creationId="{E3106477-BF19-99E8-C820-1D2AAF9B1227}"/>
          </ac:spMkLst>
        </pc:spChg>
        <pc:spChg chg="add mod">
          <ac:chgData name="Miguel Mota" userId="S::mota.m@ua.pt::d3167964-8d14-43ee-a90f-7235b8218f59" providerId="AD" clId="Web-{F03E29D0-7793-964E-C3A1-90A88B10DA14}" dt="2026-03-17T23:35:12.500" v="240" actId="1076"/>
          <ac:spMkLst>
            <pc:docMk/>
            <pc:sldMk cId="166703049" sldId="278"/>
            <ac:spMk id="13" creationId="{646483A9-7841-CFEA-0E96-2E00C669150E}"/>
          </ac:spMkLst>
        </pc:spChg>
        <pc:spChg chg="add mod">
          <ac:chgData name="Miguel Mota" userId="S::mota.m@ua.pt::d3167964-8d14-43ee-a90f-7235b8218f59" providerId="AD" clId="Web-{F03E29D0-7793-964E-C3A1-90A88B10DA14}" dt="2026-03-17T23:35:12.516" v="241" actId="1076"/>
          <ac:spMkLst>
            <pc:docMk/>
            <pc:sldMk cId="166703049" sldId="278"/>
            <ac:spMk id="15" creationId="{9721184A-6E3F-FB8B-6BD3-90D2B78BB59C}"/>
          </ac:spMkLst>
        </pc:spChg>
        <pc:spChg chg="mod">
          <ac:chgData name="Miguel Mota" userId="S::mota.m@ua.pt::d3167964-8d14-43ee-a90f-7235b8218f59" providerId="AD" clId="Web-{F03E29D0-7793-964E-C3A1-90A88B10DA14}" dt="2026-03-17T23:25:44.252" v="149" actId="1076"/>
          <ac:spMkLst>
            <pc:docMk/>
            <pc:sldMk cId="166703049" sldId="278"/>
            <ac:spMk id="22" creationId="{79D27D2F-7E8E-0572-F787-F68F3F6C068F}"/>
          </ac:spMkLst>
        </pc:spChg>
        <pc:spChg chg="mod">
          <ac:chgData name="Miguel Mota" userId="S::mota.m@ua.pt::d3167964-8d14-43ee-a90f-7235b8218f59" providerId="AD" clId="Web-{F03E29D0-7793-964E-C3A1-90A88B10DA14}" dt="2026-03-17T23:25:44.268" v="150" actId="1076"/>
          <ac:spMkLst>
            <pc:docMk/>
            <pc:sldMk cId="166703049" sldId="278"/>
            <ac:spMk id="23" creationId="{8B6AE684-689F-7156-EFE6-B1CD5D7CFD9C}"/>
          </ac:spMkLst>
        </pc:spChg>
        <pc:spChg chg="mod">
          <ac:chgData name="Miguel Mota" userId="S::mota.m@ua.pt::d3167964-8d14-43ee-a90f-7235b8218f59" providerId="AD" clId="Web-{F03E29D0-7793-964E-C3A1-90A88B10DA14}" dt="2026-03-17T23:34:35.793" v="235" actId="1076"/>
          <ac:spMkLst>
            <pc:docMk/>
            <pc:sldMk cId="166703049" sldId="278"/>
            <ac:spMk id="25" creationId="{65227B78-D2D7-AF92-373D-C7EA1647C4B5}"/>
          </ac:spMkLst>
        </pc:spChg>
        <pc:spChg chg="mod">
          <ac:chgData name="Miguel Mota" userId="S::mota.m@ua.pt::d3167964-8d14-43ee-a90f-7235b8218f59" providerId="AD" clId="Web-{F03E29D0-7793-964E-C3A1-90A88B10DA14}" dt="2026-03-17T23:34:35.793" v="236" actId="1076"/>
          <ac:spMkLst>
            <pc:docMk/>
            <pc:sldMk cId="166703049" sldId="278"/>
            <ac:spMk id="26" creationId="{064BF668-540C-AA4A-1B8E-CCD441FC1BE1}"/>
          </ac:spMkLst>
        </pc:spChg>
        <pc:spChg chg="mod">
          <ac:chgData name="Miguel Mota" userId="S::mota.m@ua.pt::d3167964-8d14-43ee-a90f-7235b8218f59" providerId="AD" clId="Web-{F03E29D0-7793-964E-C3A1-90A88B10DA14}" dt="2026-03-17T23:27:01.087" v="159" actId="1076"/>
          <ac:spMkLst>
            <pc:docMk/>
            <pc:sldMk cId="166703049" sldId="278"/>
            <ac:spMk id="27" creationId="{BAF815C2-D318-34A0-9401-E908ABB64CB4}"/>
          </ac:spMkLst>
        </pc:spChg>
        <pc:spChg chg="mod">
          <ac:chgData name="Miguel Mota" userId="S::mota.m@ua.pt::d3167964-8d14-43ee-a90f-7235b8218f59" providerId="AD" clId="Web-{F03E29D0-7793-964E-C3A1-90A88B10DA14}" dt="2026-03-17T23:27:01.087" v="160" actId="1076"/>
          <ac:spMkLst>
            <pc:docMk/>
            <pc:sldMk cId="166703049" sldId="278"/>
            <ac:spMk id="28" creationId="{E69B24FC-8F92-BFE9-D5FF-584356BE9CF6}"/>
          </ac:spMkLst>
        </pc:spChg>
        <pc:spChg chg="mod">
          <ac:chgData name="Miguel Mota" userId="S::mota.m@ua.pt::d3167964-8d14-43ee-a90f-7235b8218f59" providerId="AD" clId="Web-{F03E29D0-7793-964E-C3A1-90A88B10DA14}" dt="2026-03-17T23:25:35.033" v="144" actId="1076"/>
          <ac:spMkLst>
            <pc:docMk/>
            <pc:sldMk cId="166703049" sldId="278"/>
            <ac:spMk id="29" creationId="{39218726-AD5A-BFAE-4EBB-949E03D6B236}"/>
          </ac:spMkLst>
        </pc:spChg>
        <pc:spChg chg="mod">
          <ac:chgData name="Miguel Mota" userId="S::mota.m@ua.pt::d3167964-8d14-43ee-a90f-7235b8218f59" providerId="AD" clId="Web-{F03E29D0-7793-964E-C3A1-90A88B10DA14}" dt="2026-03-17T23:25:35.048" v="145" actId="1076"/>
          <ac:spMkLst>
            <pc:docMk/>
            <pc:sldMk cId="166703049" sldId="278"/>
            <ac:spMk id="30" creationId="{5C302CD7-B670-64A3-98BA-2CBA8D85E173}"/>
          </ac:spMkLst>
        </pc:spChg>
        <pc:spChg chg="mod">
          <ac:chgData name="Miguel Mota" userId="S::mota.m@ua.pt::d3167964-8d14-43ee-a90f-7235b8218f59" providerId="AD" clId="Web-{F03E29D0-7793-964E-C3A1-90A88B10DA14}" dt="2026-03-17T23:37:36.465" v="300" actId="20577"/>
          <ac:spMkLst>
            <pc:docMk/>
            <pc:sldMk cId="166703049" sldId="278"/>
            <ac:spMk id="31" creationId="{8E67DFA2-3342-0531-57E1-4368FDD5582B}"/>
          </ac:spMkLst>
        </pc:spChg>
        <pc:spChg chg="mod">
          <ac:chgData name="Miguel Mota" userId="S::mota.m@ua.pt::d3167964-8d14-43ee-a90f-7235b8218f59" providerId="AD" clId="Web-{F03E29D0-7793-964E-C3A1-90A88B10DA14}" dt="2026-03-17T23:25:35.064" v="147" actId="1076"/>
          <ac:spMkLst>
            <pc:docMk/>
            <pc:sldMk cId="166703049" sldId="278"/>
            <ac:spMk id="32" creationId="{14E824B8-DCDB-966B-14B7-EC41C99B5769}"/>
          </ac:spMkLst>
        </pc:spChg>
        <pc:spChg chg="mod">
          <ac:chgData name="Miguel Mota" userId="S::mota.m@ua.pt::d3167964-8d14-43ee-a90f-7235b8218f59" providerId="AD" clId="Web-{F03E29D0-7793-964E-C3A1-90A88B10DA14}" dt="2026-03-17T23:39:21.424" v="303" actId="688"/>
          <ac:spMkLst>
            <pc:docMk/>
            <pc:sldMk cId="166703049" sldId="278"/>
            <ac:spMk id="33" creationId="{B1D31F4F-4DC9-AF25-8492-82B59C196627}"/>
          </ac:spMkLst>
        </pc:spChg>
        <pc:spChg chg="mod">
          <ac:chgData name="Miguel Mota" userId="S::mota.m@ua.pt::d3167964-8d14-43ee-a90f-7235b8218f59" providerId="AD" clId="Web-{F03E29D0-7793-964E-C3A1-90A88B10DA14}" dt="2026-03-17T23:37:08.151" v="296" actId="1076"/>
          <ac:spMkLst>
            <pc:docMk/>
            <pc:sldMk cId="166703049" sldId="278"/>
            <ac:spMk id="34" creationId="{3C2387FC-FA51-77AB-7A18-91D4241C0670}"/>
          </ac:spMkLst>
        </pc:spChg>
        <pc:spChg chg="mod">
          <ac:chgData name="Miguel Mota" userId="S::mota.m@ua.pt::d3167964-8d14-43ee-a90f-7235b8218f59" providerId="AD" clId="Web-{F03E29D0-7793-964E-C3A1-90A88B10DA14}" dt="2026-03-17T23:34:42.606" v="238" actId="1076"/>
          <ac:spMkLst>
            <pc:docMk/>
            <pc:sldMk cId="166703049" sldId="278"/>
            <ac:spMk id="35" creationId="{70C3D858-612B-F2A0-7730-A5A240DA036C}"/>
          </ac:spMkLst>
        </pc:spChg>
        <pc:spChg chg="mod">
          <ac:chgData name="Miguel Mota" userId="S::mota.m@ua.pt::d3167964-8d14-43ee-a90f-7235b8218f59" providerId="AD" clId="Web-{F03E29D0-7793-964E-C3A1-90A88B10DA14}" dt="2026-03-17T23:38:57.642" v="301" actId="1076"/>
          <ac:spMkLst>
            <pc:docMk/>
            <pc:sldMk cId="166703049" sldId="278"/>
            <ac:spMk id="36" creationId="{B175C08A-6CB0-54A2-54EE-5FEC9B2ACD9D}"/>
          </ac:spMkLst>
        </pc:spChg>
        <pc:spChg chg="mod">
          <ac:chgData name="Miguel Mota" userId="S::mota.m@ua.pt::d3167964-8d14-43ee-a90f-7235b8218f59" providerId="AD" clId="Web-{F03E29D0-7793-964E-C3A1-90A88B10DA14}" dt="2026-03-17T23:33:20.501" v="195" actId="20577"/>
          <ac:spMkLst>
            <pc:docMk/>
            <pc:sldMk cId="166703049" sldId="278"/>
            <ac:spMk id="37" creationId="{E72E9FA8-BBE8-EC8F-5743-07C170359E2E}"/>
          </ac:spMkLst>
        </pc:spChg>
        <pc:spChg chg="add mod">
          <ac:chgData name="Miguel Mota" userId="S::mota.m@ua.pt::d3167964-8d14-43ee-a90f-7235b8218f59" providerId="AD" clId="Web-{F03E29D0-7793-964E-C3A1-90A88B10DA14}" dt="2026-03-17T23:35:27.861" v="244" actId="688"/>
          <ac:spMkLst>
            <pc:docMk/>
            <pc:sldMk cId="166703049" sldId="278"/>
            <ac:spMk id="40" creationId="{C833B083-45D9-37FA-AE9A-DB5CA00BAE55}"/>
          </ac:spMkLst>
        </pc:spChg>
        <pc:spChg chg="add mod">
          <ac:chgData name="Miguel Mota" userId="S::mota.m@ua.pt::d3167964-8d14-43ee-a90f-7235b8218f59" providerId="AD" clId="Web-{F03E29D0-7793-964E-C3A1-90A88B10DA14}" dt="2026-03-17T23:36:08.271" v="268" actId="1076"/>
          <ac:spMkLst>
            <pc:docMk/>
            <pc:sldMk cId="166703049" sldId="278"/>
            <ac:spMk id="41" creationId="{549A430F-F6AF-E276-CE66-CD236E0778F4}"/>
          </ac:spMkLst>
        </pc:spChg>
        <pc:spChg chg="add mod">
          <ac:chgData name="Miguel Mota" userId="S::mota.m@ua.pt::d3167964-8d14-43ee-a90f-7235b8218f59" providerId="AD" clId="Web-{F03E29D0-7793-964E-C3A1-90A88B10DA14}" dt="2026-03-17T23:36:36.554" v="270" actId="1076"/>
          <ac:spMkLst>
            <pc:docMk/>
            <pc:sldMk cId="166703049" sldId="278"/>
            <ac:spMk id="42" creationId="{3F72CC39-5A72-8387-27FD-67212DCD14A9}"/>
          </ac:spMkLst>
        </pc:spChg>
        <pc:spChg chg="add mod">
          <ac:chgData name="Miguel Mota" userId="S::mota.m@ua.pt::d3167964-8d14-43ee-a90f-7235b8218f59" providerId="AD" clId="Web-{F03E29D0-7793-964E-C3A1-90A88B10DA14}" dt="2026-03-17T23:37:00.322" v="295" actId="1076"/>
          <ac:spMkLst>
            <pc:docMk/>
            <pc:sldMk cId="166703049" sldId="278"/>
            <ac:spMk id="43" creationId="{994CA4E0-7AF0-F3C6-54B6-E54041589183}"/>
          </ac:spMkLst>
        </pc:spChg>
      </pc:sldChg>
      <pc:sldChg chg="modSp">
        <pc:chgData name="Miguel Mota" userId="S::mota.m@ua.pt::d3167964-8d14-43ee-a90f-7235b8218f59" providerId="AD" clId="Web-{F03E29D0-7793-964E-C3A1-90A88B10DA14}" dt="2026-03-17T23:02:38.311" v="4" actId="20577"/>
        <pc:sldMkLst>
          <pc:docMk/>
          <pc:sldMk cId="4223472055" sldId="286"/>
        </pc:sldMkLst>
        <pc:spChg chg="mod">
          <ac:chgData name="Miguel Mota" userId="S::mota.m@ua.pt::d3167964-8d14-43ee-a90f-7235b8218f59" providerId="AD" clId="Web-{F03E29D0-7793-964E-C3A1-90A88B10DA14}" dt="2026-03-17T23:02:38.311" v="4" actId="20577"/>
          <ac:spMkLst>
            <pc:docMk/>
            <pc:sldMk cId="4223472055" sldId="286"/>
            <ac:spMk id="2" creationId="{B975E638-F79A-09BA-C6E7-859EE6660CCB}"/>
          </ac:spMkLst>
        </pc:spChg>
      </pc:sldChg>
      <pc:sldChg chg="modSp">
        <pc:chgData name="Miguel Mota" userId="S::mota.m@ua.pt::d3167964-8d14-43ee-a90f-7235b8218f59" providerId="AD" clId="Web-{F03E29D0-7793-964E-C3A1-90A88B10DA14}" dt="2026-03-17T23:02:46.296" v="8" actId="20577"/>
        <pc:sldMkLst>
          <pc:docMk/>
          <pc:sldMk cId="4056050902" sldId="287"/>
        </pc:sldMkLst>
        <pc:spChg chg="mod">
          <ac:chgData name="Miguel Mota" userId="S::mota.m@ua.pt::d3167964-8d14-43ee-a90f-7235b8218f59" providerId="AD" clId="Web-{F03E29D0-7793-964E-C3A1-90A88B10DA14}" dt="2026-03-17T23:02:46.296" v="8" actId="20577"/>
          <ac:spMkLst>
            <pc:docMk/>
            <pc:sldMk cId="4056050902" sldId="287"/>
            <ac:spMk id="8" creationId="{B8D0AE47-5F30-7AA2-0725-2AEEF6B37D70}"/>
          </ac:spMkLst>
        </pc:spChg>
      </pc:sldChg>
    </pc:docChg>
  </pc:docChgLst>
  <pc:docChgLst>
    <pc:chgData name="Guest User" userId="S::urn:spo:tenantanon#c1025aae-98b9-4021-b4b6-c201214b884e::" providerId="AD" clId="Web-{32E52DA1-7D72-B4B4-005D-9FF0CF8D360A}"/>
    <pc:docChg chg="modSld">
      <pc:chgData name="Guest User" userId="S::urn:spo:tenantanon#c1025aae-98b9-4021-b4b6-c201214b884e::" providerId="AD" clId="Web-{32E52DA1-7D72-B4B4-005D-9FF0CF8D360A}" dt="2026-02-20T21:15:20.405" v="9" actId="20577"/>
      <pc:docMkLst>
        <pc:docMk/>
      </pc:docMkLst>
    </pc:docChg>
  </pc:docChgLst>
  <pc:docChgLst>
    <pc:chgData name="Daniel Oliveira" userId="S::doliveira24@ua.pt::caaed474-cd89-493b-94d2-ec114fb9218c" providerId="AD" clId="Web-{F366E071-CF79-085F-9A31-E45A2A4A884A}"/>
    <pc:docChg chg="modSld">
      <pc:chgData name="Daniel Oliveira" userId="S::doliveira24@ua.pt::caaed474-cd89-493b-94d2-ec114fb9218c" providerId="AD" clId="Web-{F366E071-CF79-085F-9A31-E45A2A4A884A}" dt="2026-03-16T21:55:28.667" v="21" actId="20577"/>
      <pc:docMkLst>
        <pc:docMk/>
      </pc:docMkLst>
      <pc:sldChg chg="modSp">
        <pc:chgData name="Daniel Oliveira" userId="S::doliveira24@ua.pt::caaed474-cd89-493b-94d2-ec114fb9218c" providerId="AD" clId="Web-{F366E071-CF79-085F-9A31-E45A2A4A884A}" dt="2026-03-16T21:55:28.667" v="21" actId="20577"/>
        <pc:sldMkLst>
          <pc:docMk/>
          <pc:sldMk cId="954422574" sldId="271"/>
        </pc:sldMkLst>
        <pc:spChg chg="mod">
          <ac:chgData name="Daniel Oliveira" userId="S::doliveira24@ua.pt::caaed474-cd89-493b-94d2-ec114fb9218c" providerId="AD" clId="Web-{F366E071-CF79-085F-9A31-E45A2A4A884A}" dt="2026-03-16T21:55:28.667" v="21" actId="20577"/>
          <ac:spMkLst>
            <pc:docMk/>
            <pc:sldMk cId="954422574" sldId="271"/>
            <ac:spMk id="4" creationId="{68DD7975-7411-7C0D-B03D-EE8ADA29F14D}"/>
          </ac:spMkLst>
        </pc:spChg>
      </pc:sldChg>
    </pc:docChg>
  </pc:docChgLst>
  <pc:docChgLst>
    <pc:chgData name="Guest User" userId="S::urn:spo:tenantanon#c1025aae-98b9-4021-b4b6-c201214b884e::" providerId="AD" clId="Web-{E92ECB18-B17C-457F-B6D5-6AD3ED28261E}"/>
    <pc:docChg chg="mod modSld modMainMaster">
      <pc:chgData name="Guest User" userId="S::urn:spo:tenantanon#c1025aae-98b9-4021-b4b6-c201214b884e::" providerId="AD" clId="Web-{E92ECB18-B17C-457F-B6D5-6AD3ED28261E}" dt="2026-03-11T11:48:07.510" v="46"/>
      <pc:docMkLst>
        <pc:docMk/>
      </pc:docMkLst>
      <pc:sldMasterChg chg="mod modSldLayout">
        <pc:chgData name="Guest User" userId="S::urn:spo:tenantanon#c1025aae-98b9-4021-b4b6-c201214b884e::" providerId="AD" clId="Web-{E92ECB18-B17C-457F-B6D5-6AD3ED28261E}" dt="2026-03-11T11:48:07.510" v="46"/>
        <pc:sldMasterMkLst>
          <pc:docMk/>
          <pc:sldMasterMk cId="0" sldId="2147483648"/>
        </pc:sldMasterMkLst>
        <pc:sldLayoutChg chg="mod">
          <pc:chgData name="Guest User" userId="S::urn:spo:tenantanon#c1025aae-98b9-4021-b4b6-c201214b884e::" providerId="AD" clId="Web-{E92ECB18-B17C-457F-B6D5-6AD3ED28261E}" dt="2026-03-11T11:48:07.510" v="4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 modSldLayout">
        <pc:chgData name="Guest User" userId="S::urn:spo:tenantanon#c1025aae-98b9-4021-b4b6-c201214b884e::" providerId="AD" clId="Web-{E92ECB18-B17C-457F-B6D5-6AD3ED28261E}" dt="2026-03-11T11:48:07.510" v="46"/>
        <pc:sldMasterMkLst>
          <pc:docMk/>
          <pc:sldMasterMk cId="2145507585" sldId="2147483660"/>
        </pc:sldMasterMkLst>
        <pc:sldLayoutChg chg="mod">
          <pc:chgData name="Guest User" userId="S::urn:spo:tenantanon#c1025aae-98b9-4021-b4b6-c201214b884e::" providerId="AD" clId="Web-{E92ECB18-B17C-457F-B6D5-6AD3ED28261E}" dt="2026-03-11T11:48:07.510" v="46"/>
          <pc:sldLayoutMkLst>
            <pc:docMk/>
            <pc:sldMasterMk cId="2145507585" sldId="2147483660"/>
            <pc:sldLayoutMk cId="4209657417" sldId="2147483871"/>
          </pc:sldLayoutMkLst>
        </pc:sldLayoutChg>
        <pc:sldLayoutChg chg="mod">
          <pc:chgData name="Guest User" userId="S::urn:spo:tenantanon#c1025aae-98b9-4021-b4b6-c201214b884e::" providerId="AD" clId="Web-{E92ECB18-B17C-457F-B6D5-6AD3ED28261E}" dt="2026-03-11T11:48:07.510" v="46"/>
          <pc:sldLayoutMkLst>
            <pc:docMk/>
            <pc:sldMasterMk cId="2145507585" sldId="2147483660"/>
            <pc:sldLayoutMk cId="1958479073" sldId="2147483902"/>
          </pc:sldLayoutMkLst>
        </pc:sldLayoutChg>
      </pc:sldMasterChg>
    </pc:docChg>
  </pc:docChgLst>
  <pc:docChgLst>
    <pc:chgData name="Miguel Mota" userId="S::mota.m@ua.pt::d3167964-8d14-43ee-a90f-7235b8218f59" providerId="AD" clId="Web-{75FC3B35-A6FF-8079-D1AB-2100C70C6592}"/>
    <pc:docChg chg="addSld delSld modSld">
      <pc:chgData name="Miguel Mota" userId="S::mota.m@ua.pt::d3167964-8d14-43ee-a90f-7235b8218f59" providerId="AD" clId="Web-{75FC3B35-A6FF-8079-D1AB-2100C70C6592}" dt="2026-03-13T14:10:51.159" v="58"/>
      <pc:docMkLst>
        <pc:docMk/>
      </pc:docMkLst>
      <pc:sldChg chg="addSp delSp modSp add del">
        <pc:chgData name="Miguel Mota" userId="S::mota.m@ua.pt::d3167964-8d14-43ee-a90f-7235b8218f59" providerId="AD" clId="Web-{75FC3B35-A6FF-8079-D1AB-2100C70C6592}" dt="2026-03-13T14:10:51.159" v="58"/>
        <pc:sldMkLst>
          <pc:docMk/>
          <pc:sldMk cId="0" sldId="258"/>
        </pc:sldMkLst>
      </pc:sldChg>
    </pc:docChg>
  </pc:docChgLst>
  <pc:docChgLst>
    <pc:chgData name="Tiago Brito" userId="d50d8bed-3633-4736-b122-d39b83c0152b" providerId="ADAL" clId="{96F07421-1998-4C48-B36C-3C546823D45A}"/>
    <pc:docChg chg="modSld">
      <pc:chgData name="Tiago Brito" userId="d50d8bed-3633-4736-b122-d39b83c0152b" providerId="ADAL" clId="{96F07421-1998-4C48-B36C-3C546823D45A}" dt="2026-03-17T14:48:01.582" v="3"/>
      <pc:docMkLst>
        <pc:docMk/>
      </pc:docMkLst>
      <pc:sldChg chg="modAnim">
        <pc:chgData name="Tiago Brito" userId="d50d8bed-3633-4736-b122-d39b83c0152b" providerId="ADAL" clId="{96F07421-1998-4C48-B36C-3C546823D45A}" dt="2026-03-17T14:47:34.773" v="1"/>
        <pc:sldMkLst>
          <pc:docMk/>
          <pc:sldMk cId="1105661959" sldId="275"/>
        </pc:sldMkLst>
      </pc:sldChg>
      <pc:sldChg chg="modAnim">
        <pc:chgData name="Tiago Brito" userId="d50d8bed-3633-4736-b122-d39b83c0152b" providerId="ADAL" clId="{96F07421-1998-4C48-B36C-3C546823D45A}" dt="2026-03-17T14:48:01.582" v="3"/>
        <pc:sldMkLst>
          <pc:docMk/>
          <pc:sldMk cId="1722739883" sldId="276"/>
        </pc:sldMkLst>
      </pc:sldChg>
    </pc:docChg>
  </pc:docChgLst>
  <pc:docChgLst>
    <pc:chgData name="Miguel Mota" userId="S::mota.m@ua.pt::d3167964-8d14-43ee-a90f-7235b8218f59" providerId="AD" clId="Web-{27A78E58-8258-5929-7B56-245FFADFB4B5}"/>
    <pc:docChg chg="addSld modSld sldOrd">
      <pc:chgData name="Miguel Mota" userId="S::mota.m@ua.pt::d3167964-8d14-43ee-a90f-7235b8218f59" providerId="AD" clId="Web-{27A78E58-8258-5929-7B56-245FFADFB4B5}" dt="2026-03-17T00:25:41.074" v="563" actId="14100"/>
      <pc:docMkLst>
        <pc:docMk/>
      </pc:docMkLst>
      <pc:sldChg chg="modSp">
        <pc:chgData name="Miguel Mota" userId="S::mota.m@ua.pt::d3167964-8d14-43ee-a90f-7235b8218f59" providerId="AD" clId="Web-{27A78E58-8258-5929-7B56-245FFADFB4B5}" dt="2026-03-17T00:24:52.556" v="548" actId="20577"/>
        <pc:sldMkLst>
          <pc:docMk/>
          <pc:sldMk cId="0" sldId="258"/>
        </pc:sldMkLst>
        <pc:spChg chg="mod">
          <ac:chgData name="Miguel Mota" userId="S::mota.m@ua.pt::d3167964-8d14-43ee-a90f-7235b8218f59" providerId="AD" clId="Web-{27A78E58-8258-5929-7B56-245FFADFB4B5}" dt="2026-03-16T22:32:49.909" v="24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iguel Mota" userId="S::mota.m@ua.pt::d3167964-8d14-43ee-a90f-7235b8218f59" providerId="AD" clId="Web-{27A78E58-8258-5929-7B56-245FFADFB4B5}" dt="2026-03-16T22:33:29.973" v="86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Miguel Mota" userId="S::mota.m@ua.pt::d3167964-8d14-43ee-a90f-7235b8218f59" providerId="AD" clId="Web-{27A78E58-8258-5929-7B56-245FFADFB4B5}" dt="2026-03-17T00:24:52.556" v="548" actId="20577"/>
          <ac:spMkLst>
            <pc:docMk/>
            <pc:sldMk cId="0" sldId="258"/>
            <ac:spMk id="5" creationId="{34536F21-3852-4AA0-4C0F-CCF07F142F0E}"/>
          </ac:spMkLst>
        </pc:spChg>
      </pc:sldChg>
      <pc:sldChg chg="modSp">
        <pc:chgData name="Miguel Mota" userId="S::mota.m@ua.pt::d3167964-8d14-43ee-a90f-7235b8218f59" providerId="AD" clId="Web-{27A78E58-8258-5929-7B56-245FFADFB4B5}" dt="2026-03-16T22:58:23.162" v="505" actId="20577"/>
        <pc:sldMkLst>
          <pc:docMk/>
          <pc:sldMk cId="954422574" sldId="271"/>
        </pc:sldMkLst>
        <pc:spChg chg="mod">
          <ac:chgData name="Miguel Mota" userId="S::mota.m@ua.pt::d3167964-8d14-43ee-a90f-7235b8218f59" providerId="AD" clId="Web-{27A78E58-8258-5929-7B56-245FFADFB4B5}" dt="2026-03-16T22:57:09.097" v="482" actId="20577"/>
          <ac:spMkLst>
            <pc:docMk/>
            <pc:sldMk cId="954422574" sldId="271"/>
            <ac:spMk id="2" creationId="{41E6E21F-01D4-A0DC-6C0B-494F5296EA78}"/>
          </ac:spMkLst>
        </pc:spChg>
        <pc:spChg chg="mod">
          <ac:chgData name="Miguel Mota" userId="S::mota.m@ua.pt::d3167964-8d14-43ee-a90f-7235b8218f59" providerId="AD" clId="Web-{27A78E58-8258-5929-7B56-245FFADFB4B5}" dt="2026-03-16T22:58:23.162" v="505" actId="20577"/>
          <ac:spMkLst>
            <pc:docMk/>
            <pc:sldMk cId="954422574" sldId="271"/>
            <ac:spMk id="3" creationId="{08F3AF43-84A0-CEA7-50C0-A8FBF19C5FD7}"/>
          </ac:spMkLst>
        </pc:spChg>
      </pc:sldChg>
      <pc:sldChg chg="modSp">
        <pc:chgData name="Miguel Mota" userId="S::mota.m@ua.pt::d3167964-8d14-43ee-a90f-7235b8218f59" providerId="AD" clId="Web-{27A78E58-8258-5929-7B56-245FFADFB4B5}" dt="2026-03-17T00:25:18.479" v="554" actId="20577"/>
        <pc:sldMkLst>
          <pc:docMk/>
          <pc:sldMk cId="1105661959" sldId="275"/>
        </pc:sldMkLst>
        <pc:spChg chg="mod">
          <ac:chgData name="Miguel Mota" userId="S::mota.m@ua.pt::d3167964-8d14-43ee-a90f-7235b8218f59" providerId="AD" clId="Web-{27A78E58-8258-5929-7B56-245FFADFB4B5}" dt="2026-03-17T00:25:18.479" v="554" actId="20577"/>
          <ac:spMkLst>
            <pc:docMk/>
            <pc:sldMk cId="1105661959" sldId="275"/>
            <ac:spMk id="2" creationId="{045AD914-F3F2-8601-72B6-2CB215FCB3CB}"/>
          </ac:spMkLst>
        </pc:spChg>
      </pc:sldChg>
      <pc:sldChg chg="modSp">
        <pc:chgData name="Miguel Mota" userId="S::mota.m@ua.pt::d3167964-8d14-43ee-a90f-7235b8218f59" providerId="AD" clId="Web-{27A78E58-8258-5929-7B56-245FFADFB4B5}" dt="2026-03-17T00:25:41.074" v="563" actId="14100"/>
        <pc:sldMkLst>
          <pc:docMk/>
          <pc:sldMk cId="1722739883" sldId="276"/>
        </pc:sldMkLst>
        <pc:spChg chg="mod">
          <ac:chgData name="Miguel Mota" userId="S::mota.m@ua.pt::d3167964-8d14-43ee-a90f-7235b8218f59" providerId="AD" clId="Web-{27A78E58-8258-5929-7B56-245FFADFB4B5}" dt="2026-03-17T00:25:41.074" v="563" actId="14100"/>
          <ac:spMkLst>
            <pc:docMk/>
            <pc:sldMk cId="1722739883" sldId="276"/>
            <ac:spMk id="2" creationId="{5685107B-625B-93F8-ADD5-42EC31B571C5}"/>
          </ac:spMkLst>
        </pc:spChg>
      </pc:sldChg>
      <pc:sldChg chg="addSp modSp">
        <pc:chgData name="Miguel Mota" userId="S::mota.m@ua.pt::d3167964-8d14-43ee-a90f-7235b8218f59" providerId="AD" clId="Web-{27A78E58-8258-5929-7B56-245FFADFB4B5}" dt="2026-03-17T00:25:00.072" v="550" actId="20577"/>
        <pc:sldMkLst>
          <pc:docMk/>
          <pc:sldMk cId="166703049" sldId="278"/>
        </pc:sldMkLst>
        <pc:spChg chg="add mod">
          <ac:chgData name="Miguel Mota" userId="S::mota.m@ua.pt::d3167964-8d14-43ee-a90f-7235b8218f59" providerId="AD" clId="Web-{27A78E58-8258-5929-7B56-245FFADFB4B5}" dt="2026-03-16T22:59:18.335" v="543" actId="1076"/>
          <ac:spMkLst>
            <pc:docMk/>
            <pc:sldMk cId="166703049" sldId="278"/>
            <ac:spMk id="2" creationId="{4EA9AB79-BEBC-8615-1C16-C3DE75C6B908}"/>
          </ac:spMkLst>
        </pc:spChg>
        <pc:spChg chg="mod">
          <ac:chgData name="Miguel Mota" userId="S::mota.m@ua.pt::d3167964-8d14-43ee-a90f-7235b8218f59" providerId="AD" clId="Web-{27A78E58-8258-5929-7B56-245FFADFB4B5}" dt="2026-03-16T22:34:27.023" v="128" actId="20577"/>
          <ac:spMkLst>
            <pc:docMk/>
            <pc:sldMk cId="166703049" sldId="278"/>
            <ac:spMk id="5" creationId="{EFF32144-0C75-08FC-0E60-E5F3D7B18E32}"/>
          </ac:spMkLst>
        </pc:spChg>
        <pc:spChg chg="mod">
          <ac:chgData name="Miguel Mota" userId="S::mota.m@ua.pt::d3167964-8d14-43ee-a90f-7235b8218f59" providerId="AD" clId="Web-{27A78E58-8258-5929-7B56-245FFADFB4B5}" dt="2026-03-17T00:25:00.072" v="550" actId="20577"/>
          <ac:spMkLst>
            <pc:docMk/>
            <pc:sldMk cId="166703049" sldId="278"/>
            <ac:spMk id="14" creationId="{9D4D5B21-2BD1-46AE-8F66-71D9B68B05DA}"/>
          </ac:spMkLst>
        </pc:spChg>
      </pc:sldChg>
      <pc:sldChg chg="modSp">
        <pc:chgData name="Miguel Mota" userId="S::mota.m@ua.pt::d3167964-8d14-43ee-a90f-7235b8218f59" providerId="AD" clId="Web-{27A78E58-8258-5929-7B56-245FFADFB4B5}" dt="2026-03-16T22:40:39.968" v="231" actId="20577"/>
        <pc:sldMkLst>
          <pc:docMk/>
          <pc:sldMk cId="1196887842" sldId="280"/>
        </pc:sldMkLst>
        <pc:spChg chg="mod">
          <ac:chgData name="Miguel Mota" userId="S::mota.m@ua.pt::d3167964-8d14-43ee-a90f-7235b8218f59" providerId="AD" clId="Web-{27A78E58-8258-5929-7B56-245FFADFB4B5}" dt="2026-03-16T22:40:39.968" v="231" actId="20577"/>
          <ac:spMkLst>
            <pc:docMk/>
            <pc:sldMk cId="1196887842" sldId="280"/>
            <ac:spMk id="2" creationId="{C99905B4-A2B9-560E-F342-B762C83C00BF}"/>
          </ac:spMkLst>
        </pc:spChg>
        <pc:spChg chg="mod">
          <ac:chgData name="Miguel Mota" userId="S::mota.m@ua.pt::d3167964-8d14-43ee-a90f-7235b8218f59" providerId="AD" clId="Web-{27A78E58-8258-5929-7B56-245FFADFB4B5}" dt="2026-03-16T22:39:03.262" v="222" actId="20577"/>
          <ac:spMkLst>
            <pc:docMk/>
            <pc:sldMk cId="1196887842" sldId="280"/>
            <ac:spMk id="3" creationId="{E5379D1D-617B-8953-673B-16483CE73BC8}"/>
          </ac:spMkLst>
        </pc:spChg>
      </pc:sldChg>
      <pc:sldChg chg="addSp delSp modSp">
        <pc:chgData name="Miguel Mota" userId="S::mota.m@ua.pt::d3167964-8d14-43ee-a90f-7235b8218f59" providerId="AD" clId="Web-{27A78E58-8258-5929-7B56-245FFADFB4B5}" dt="2026-03-17T00:24:56.338" v="549" actId="20577"/>
        <pc:sldMkLst>
          <pc:docMk/>
          <pc:sldMk cId="3949499948" sldId="281"/>
        </pc:sldMkLst>
        <pc:spChg chg="add mod">
          <ac:chgData name="Miguel Mota" userId="S::mota.m@ua.pt::d3167964-8d14-43ee-a90f-7235b8218f59" providerId="AD" clId="Web-{27A78E58-8258-5929-7B56-245FFADFB4B5}" dt="2026-03-16T22:51:12.331" v="406" actId="14100"/>
          <ac:spMkLst>
            <pc:docMk/>
            <pc:sldMk cId="3949499948" sldId="281"/>
            <ac:spMk id="3" creationId="{77D3FFDB-022C-36A4-9A69-EF5C0C732F42}"/>
          </ac:spMkLst>
        </pc:spChg>
        <pc:spChg chg="mod">
          <ac:chgData name="Miguel Mota" userId="S::mota.m@ua.pt::d3167964-8d14-43ee-a90f-7235b8218f59" providerId="AD" clId="Web-{27A78E58-8258-5929-7B56-245FFADFB4B5}" dt="2026-03-16T22:50:45.189" v="393" actId="14100"/>
          <ac:spMkLst>
            <pc:docMk/>
            <pc:sldMk cId="3949499948" sldId="281"/>
            <ac:spMk id="4" creationId="{00000000-0000-0000-0000-000000000000}"/>
          </ac:spMkLst>
        </pc:spChg>
        <pc:spChg chg="mod">
          <ac:chgData name="Miguel Mota" userId="S::mota.m@ua.pt::d3167964-8d14-43ee-a90f-7235b8218f59" providerId="AD" clId="Web-{27A78E58-8258-5929-7B56-245FFADFB4B5}" dt="2026-03-16T22:33:42.802" v="90" actId="20577"/>
          <ac:spMkLst>
            <pc:docMk/>
            <pc:sldMk cId="3949499948" sldId="281"/>
            <ac:spMk id="5" creationId="{00000000-0000-0000-0000-000000000000}"/>
          </ac:spMkLst>
        </pc:spChg>
        <pc:spChg chg="add mod">
          <ac:chgData name="Miguel Mota" userId="S::mota.m@ua.pt::d3167964-8d14-43ee-a90f-7235b8218f59" providerId="AD" clId="Web-{27A78E58-8258-5929-7B56-245FFADFB4B5}" dt="2026-03-16T22:51:08.831" v="402" actId="14100"/>
          <ac:spMkLst>
            <pc:docMk/>
            <pc:sldMk cId="3949499948" sldId="281"/>
            <ac:spMk id="6" creationId="{5AFCEEE9-B48C-8212-5B74-AFF7158CC11A}"/>
          </ac:spMkLst>
        </pc:spChg>
        <pc:spChg chg="add mod">
          <ac:chgData name="Miguel Mota" userId="S::mota.m@ua.pt::d3167964-8d14-43ee-a90f-7235b8218f59" providerId="AD" clId="Web-{27A78E58-8258-5929-7B56-245FFADFB4B5}" dt="2026-03-16T22:51:08.831" v="403" actId="14100"/>
          <ac:spMkLst>
            <pc:docMk/>
            <pc:sldMk cId="3949499948" sldId="281"/>
            <ac:spMk id="7" creationId="{033E7784-37B6-B4E1-E446-91AE0C36088D}"/>
          </ac:spMkLst>
        </pc:spChg>
        <pc:spChg chg="add del mod">
          <ac:chgData name="Miguel Mota" userId="S::mota.m@ua.pt::d3167964-8d14-43ee-a90f-7235b8218f59" providerId="AD" clId="Web-{27A78E58-8258-5929-7B56-245FFADFB4B5}" dt="2026-03-16T22:47:11.492" v="357"/>
          <ac:spMkLst>
            <pc:docMk/>
            <pc:sldMk cId="3949499948" sldId="281"/>
            <ac:spMk id="8" creationId="{AB0F599A-968F-30C8-D178-E2BA0B57737A}"/>
          </ac:spMkLst>
        </pc:spChg>
        <pc:spChg chg="add del">
          <ac:chgData name="Miguel Mota" userId="S::mota.m@ua.pt::d3167964-8d14-43ee-a90f-7235b8218f59" providerId="AD" clId="Web-{27A78E58-8258-5929-7B56-245FFADFB4B5}" dt="2026-03-16T22:47:19.554" v="359"/>
          <ac:spMkLst>
            <pc:docMk/>
            <pc:sldMk cId="3949499948" sldId="281"/>
            <ac:spMk id="9" creationId="{47329365-E108-8F23-3FCA-8A9640A24EAD}"/>
          </ac:spMkLst>
        </pc:spChg>
        <pc:spChg chg="mod">
          <ac:chgData name="Miguel Mota" userId="S::mota.m@ua.pt::d3167964-8d14-43ee-a90f-7235b8218f59" providerId="AD" clId="Web-{27A78E58-8258-5929-7B56-245FFADFB4B5}" dt="2026-03-16T22:42:41.621" v="283" actId="1076"/>
          <ac:spMkLst>
            <pc:docMk/>
            <pc:sldMk cId="3949499948" sldId="281"/>
            <ac:spMk id="10" creationId="{00000000-0000-0000-0000-000000000000}"/>
          </ac:spMkLst>
        </pc:spChg>
        <pc:spChg chg="mod">
          <ac:chgData name="Miguel Mota" userId="S::mota.m@ua.pt::d3167964-8d14-43ee-a90f-7235b8218f59" providerId="AD" clId="Web-{27A78E58-8258-5929-7B56-245FFADFB4B5}" dt="2026-03-16T22:50:40.345" v="392" actId="14100"/>
          <ac:spMkLst>
            <pc:docMk/>
            <pc:sldMk cId="3949499948" sldId="281"/>
            <ac:spMk id="11" creationId="{00000000-0000-0000-0000-000000000000}"/>
          </ac:spMkLst>
        </pc:spChg>
        <pc:spChg chg="add mod">
          <ac:chgData name="Miguel Mota" userId="S::mota.m@ua.pt::d3167964-8d14-43ee-a90f-7235b8218f59" providerId="AD" clId="Web-{27A78E58-8258-5929-7B56-245FFADFB4B5}" dt="2026-03-16T22:51:08.847" v="404" actId="14100"/>
          <ac:spMkLst>
            <pc:docMk/>
            <pc:sldMk cId="3949499948" sldId="281"/>
            <ac:spMk id="13" creationId="{B4750190-7F8E-FFA6-EBBC-5087C08CE60A}"/>
          </ac:spMkLst>
        </pc:spChg>
        <pc:spChg chg="mod">
          <ac:chgData name="Miguel Mota" userId="S::mota.m@ua.pt::d3167964-8d14-43ee-a90f-7235b8218f59" providerId="AD" clId="Web-{27A78E58-8258-5929-7B56-245FFADFB4B5}" dt="2026-03-17T00:24:56.338" v="549" actId="20577"/>
          <ac:spMkLst>
            <pc:docMk/>
            <pc:sldMk cId="3949499948" sldId="281"/>
            <ac:spMk id="14" creationId="{0B0F8BC7-C08A-EFF1-BAFD-131925764CD0}"/>
          </ac:spMkLst>
        </pc:spChg>
        <pc:picChg chg="add mod">
          <ac:chgData name="Miguel Mota" userId="S::mota.m@ua.pt::d3167964-8d14-43ee-a90f-7235b8218f59" providerId="AD" clId="Web-{27A78E58-8258-5929-7B56-245FFADFB4B5}" dt="2026-03-16T22:51:25.613" v="411" actId="14100"/>
          <ac:picMkLst>
            <pc:docMk/>
            <pc:sldMk cId="3949499948" sldId="281"/>
            <ac:picMk id="15" creationId="{FBF6D400-A35B-1A90-F191-E371A47274D2}"/>
          </ac:picMkLst>
        </pc:picChg>
        <pc:cxnChg chg="add del mod">
          <ac:chgData name="Miguel Mota" userId="S::mota.m@ua.pt::d3167964-8d14-43ee-a90f-7235b8218f59" providerId="AD" clId="Web-{27A78E58-8258-5929-7B56-245FFADFB4B5}" dt="2026-03-16T22:44:52.792" v="291"/>
          <ac:cxnSpMkLst>
            <pc:docMk/>
            <pc:sldMk cId="3949499948" sldId="281"/>
            <ac:cxnSpMk id="2" creationId="{2EBCA5CA-F93E-3271-22B0-01BB46CF615C}"/>
          </ac:cxnSpMkLst>
        </pc:cxnChg>
      </pc:sldChg>
      <pc:sldChg chg="addSp modSp ord">
        <pc:chgData name="Miguel Mota" userId="S::mota.m@ua.pt::d3167964-8d14-43ee-a90f-7235b8218f59" providerId="AD" clId="Web-{27A78E58-8258-5929-7B56-245FFADFB4B5}" dt="2026-03-16T22:55:41.497" v="454"/>
        <pc:sldMkLst>
          <pc:docMk/>
          <pc:sldMk cId="4237580014" sldId="283"/>
        </pc:sldMkLst>
        <pc:spChg chg="add mod">
          <ac:chgData name="Miguel Mota" userId="S::mota.m@ua.pt::d3167964-8d14-43ee-a90f-7235b8218f59" providerId="AD" clId="Web-{27A78E58-8258-5929-7B56-245FFADFB4B5}" dt="2026-03-16T22:54:18.517" v="451" actId="1076"/>
          <ac:spMkLst>
            <pc:docMk/>
            <pc:sldMk cId="4237580014" sldId="283"/>
            <ac:spMk id="4" creationId="{528B211E-CE77-5C17-7DB5-A5A0850A7554}"/>
          </ac:spMkLst>
        </pc:spChg>
      </pc:sldChg>
      <pc:sldChg chg="addSp modSp ord">
        <pc:chgData name="Miguel Mota" userId="S::mota.m@ua.pt::d3167964-8d14-43ee-a90f-7235b8218f59" providerId="AD" clId="Web-{27A78E58-8258-5929-7B56-245FFADFB4B5}" dt="2026-03-17T00:25:24.167" v="555" actId="20577"/>
        <pc:sldMkLst>
          <pc:docMk/>
          <pc:sldMk cId="2222411278" sldId="284"/>
        </pc:sldMkLst>
        <pc:spChg chg="mod">
          <ac:chgData name="Miguel Mota" userId="S::mota.m@ua.pt::d3167964-8d14-43ee-a90f-7235b8218f59" providerId="AD" clId="Web-{27A78E58-8258-5929-7B56-245FFADFB4B5}" dt="2026-03-17T00:25:24.167" v="555" actId="20577"/>
          <ac:spMkLst>
            <pc:docMk/>
            <pc:sldMk cId="2222411278" sldId="284"/>
            <ac:spMk id="2" creationId="{F2993F45-2114-30F7-33D6-1A7317DB1C76}"/>
          </ac:spMkLst>
        </pc:spChg>
        <pc:spChg chg="add mod">
          <ac:chgData name="Miguel Mota" userId="S::mota.m@ua.pt::d3167964-8d14-43ee-a90f-7235b8218f59" providerId="AD" clId="Web-{27A78E58-8258-5929-7B56-245FFADFB4B5}" dt="2026-03-16T22:54:32.535" v="453" actId="1076"/>
          <ac:spMkLst>
            <pc:docMk/>
            <pc:sldMk cId="2222411278" sldId="284"/>
            <ac:spMk id="6" creationId="{D8ED31A1-2AFD-6F96-7C90-7B90E740AC64}"/>
          </ac:spMkLst>
        </pc:spChg>
      </pc:sldChg>
      <pc:sldChg chg="addSp modSp new mod setBg">
        <pc:chgData name="Miguel Mota" userId="S::mota.m@ua.pt::d3167964-8d14-43ee-a90f-7235b8218f59" providerId="AD" clId="Web-{27A78E58-8258-5929-7B56-245FFADFB4B5}" dt="2026-03-17T00:24:48.588" v="546" actId="20577"/>
        <pc:sldMkLst>
          <pc:docMk/>
          <pc:sldMk cId="3127055593" sldId="285"/>
        </pc:sldMkLst>
        <pc:spChg chg="add mod">
          <ac:chgData name="Miguel Mota" userId="S::mota.m@ua.pt::d3167964-8d14-43ee-a90f-7235b8218f59" providerId="AD" clId="Web-{27A78E58-8258-5929-7B56-245FFADFB4B5}" dt="2026-03-16T22:44:16.089" v="288" actId="1076"/>
          <ac:spMkLst>
            <pc:docMk/>
            <pc:sldMk cId="3127055593" sldId="285"/>
            <ac:spMk id="2" creationId="{3167662E-81AC-5C14-ECAF-C8267CE163BE}"/>
          </ac:spMkLst>
        </pc:spChg>
        <pc:spChg chg="add mod">
          <ac:chgData name="Miguel Mota" userId="S::mota.m@ua.pt::d3167964-8d14-43ee-a90f-7235b8218f59" providerId="AD" clId="Web-{27A78E58-8258-5929-7B56-245FFADFB4B5}" dt="2026-03-17T00:24:48.588" v="546" actId="20577"/>
          <ac:spMkLst>
            <pc:docMk/>
            <pc:sldMk cId="3127055593" sldId="285"/>
            <ac:spMk id="6" creationId="{A4C1CFAC-8D17-FA9A-FB57-66DD51832054}"/>
          </ac:spMkLst>
        </pc:spChg>
        <pc:graphicFrameChg chg="add mod modGraphic">
          <ac:chgData name="Miguel Mota" userId="S::mota.m@ua.pt::d3167964-8d14-43ee-a90f-7235b8218f59" providerId="AD" clId="Web-{27A78E58-8258-5929-7B56-245FFADFB4B5}" dt="2026-03-16T22:42:27.324" v="281"/>
          <ac:graphicFrameMkLst>
            <pc:docMk/>
            <pc:sldMk cId="3127055593" sldId="285"/>
            <ac:graphicFrameMk id="3" creationId="{BFEE35F7-FC10-6ED8-770C-7E854056AEA6}"/>
          </ac:graphicFrameMkLst>
        </pc:graphicFrameChg>
        <pc:cxnChg chg="add mod">
          <ac:chgData name="Miguel Mota" userId="S::mota.m@ua.pt::d3167964-8d14-43ee-a90f-7235b8218f59" providerId="AD" clId="Web-{27A78E58-8258-5929-7B56-245FFADFB4B5}" dt="2026-03-16T22:44:03.245" v="287" actId="1076"/>
          <ac:cxnSpMkLst>
            <pc:docMk/>
            <pc:sldMk cId="3127055593" sldId="285"/>
            <ac:cxnSpMk id="5" creationId="{2FB1C82C-534B-24F5-68F8-4F8B7FB0D4C8}"/>
          </ac:cxnSpMkLst>
        </pc:cxnChg>
      </pc:sldChg>
      <pc:sldChg chg="addSp modSp new mod setBg">
        <pc:chgData name="Miguel Mota" userId="S::mota.m@ua.pt::d3167964-8d14-43ee-a90f-7235b8218f59" providerId="AD" clId="Web-{27A78E58-8258-5929-7B56-245FFADFB4B5}" dt="2026-03-17T00:25:29.542" v="557" actId="20577"/>
        <pc:sldMkLst>
          <pc:docMk/>
          <pc:sldMk cId="4223472055" sldId="286"/>
        </pc:sldMkLst>
        <pc:spChg chg="add mod">
          <ac:chgData name="Miguel Mota" userId="S::mota.m@ua.pt::d3167964-8d14-43ee-a90f-7235b8218f59" providerId="AD" clId="Web-{27A78E58-8258-5929-7B56-245FFADFB4B5}" dt="2026-03-16T22:56:12" v="467" actId="20577"/>
          <ac:spMkLst>
            <pc:docMk/>
            <pc:sldMk cId="4223472055" sldId="286"/>
            <ac:spMk id="3" creationId="{1BA0EADF-D5A9-AF2B-C4A0-B96496F10CB9}"/>
          </ac:spMkLst>
        </pc:spChg>
        <pc:spChg chg="add mod">
          <ac:chgData name="Miguel Mota" userId="S::mota.m@ua.pt::d3167964-8d14-43ee-a90f-7235b8218f59" providerId="AD" clId="Web-{27A78E58-8258-5929-7B56-245FFADFB4B5}" dt="2026-03-17T00:25:29.542" v="557" actId="20577"/>
          <ac:spMkLst>
            <pc:docMk/>
            <pc:sldMk cId="4223472055" sldId="286"/>
            <ac:spMk id="4" creationId="{E3F3E216-6FCA-006F-9F93-BA32373BDC27}"/>
          </ac:spMkLst>
        </pc:spChg>
      </pc:sldChg>
      <pc:sldChg chg="addSp modSp new mod setBg">
        <pc:chgData name="Miguel Mota" userId="S::mota.m@ua.pt::d3167964-8d14-43ee-a90f-7235b8218f59" providerId="AD" clId="Web-{27A78E58-8258-5929-7B56-245FFADFB4B5}" dt="2026-03-17T00:25:12.745" v="553" actId="20577"/>
        <pc:sldMkLst>
          <pc:docMk/>
          <pc:sldMk cId="4056050902" sldId="287"/>
        </pc:sldMkLst>
        <pc:spChg chg="add mod">
          <ac:chgData name="Miguel Mota" userId="S::mota.m@ua.pt::d3167964-8d14-43ee-a90f-7235b8218f59" providerId="AD" clId="Web-{27A78E58-8258-5929-7B56-245FFADFB4B5}" dt="2026-03-16T22:56:33.189" v="480" actId="20577"/>
          <ac:spMkLst>
            <pc:docMk/>
            <pc:sldMk cId="4056050902" sldId="287"/>
            <ac:spMk id="3" creationId="{8B63933C-322F-EBB4-3E06-BD42CBB8676B}"/>
          </ac:spMkLst>
        </pc:spChg>
        <pc:spChg chg="add mod">
          <ac:chgData name="Miguel Mota" userId="S::mota.m@ua.pt::d3167964-8d14-43ee-a90f-7235b8218f59" providerId="AD" clId="Web-{27A78E58-8258-5929-7B56-245FFADFB4B5}" dt="2026-03-17T00:25:12.745" v="553" actId="20577"/>
          <ac:spMkLst>
            <pc:docMk/>
            <pc:sldMk cId="4056050902" sldId="287"/>
            <ac:spMk id="4" creationId="{A0F46215-0A36-1E3D-7D10-A57A3818653E}"/>
          </ac:spMkLst>
        </pc:spChg>
      </pc:sldChg>
    </pc:docChg>
  </pc:docChgLst>
  <pc:docChgLst>
    <pc:chgData name="Utilizador Convidado" userId="S::urn:spo:tenantanon#c1025aae-98b9-4021-b4b6-c201214b884e::" providerId="AD" clId="Web-{EC8B7E0A-909C-5A74-894B-85D2FE081CCC}"/>
    <pc:docChg chg="modSld">
      <pc:chgData name="Utilizador Convidado" userId="S::urn:spo:tenantanon#c1025aae-98b9-4021-b4b6-c201214b884e::" providerId="AD" clId="Web-{EC8B7E0A-909C-5A74-894B-85D2FE081CCC}" dt="2026-03-17T12:23:50.751" v="111" actId="1076"/>
      <pc:docMkLst>
        <pc:docMk/>
      </pc:docMkLst>
      <pc:sldChg chg="addSp delSp modSp">
        <pc:chgData name="Utilizador Convidado" userId="S::urn:spo:tenantanon#c1025aae-98b9-4021-b4b6-c201214b884e::" providerId="AD" clId="Web-{EC8B7E0A-909C-5A74-894B-85D2FE081CCC}" dt="2026-03-17T12:23:50.751" v="111" actId="1076"/>
        <pc:sldMkLst>
          <pc:docMk/>
          <pc:sldMk cId="2222411278" sldId="284"/>
        </pc:sldMkLst>
        <pc:spChg chg="add del mod">
          <ac:chgData name="Utilizador Convidado" userId="S::urn:spo:tenantanon#c1025aae-98b9-4021-b4b6-c201214b884e::" providerId="AD" clId="Web-{EC8B7E0A-909C-5A74-894B-85D2FE081CCC}" dt="2026-03-17T12:23:43.439" v="109"/>
          <ac:spMkLst>
            <pc:docMk/>
            <pc:sldMk cId="2222411278" sldId="284"/>
            <ac:spMk id="4" creationId="{F2F219E5-4426-D7F9-F127-AE0E2CFC14B0}"/>
          </ac:spMkLst>
        </pc:spChg>
        <pc:spChg chg="del mod">
          <ac:chgData name="Utilizador Convidado" userId="S::urn:spo:tenantanon#c1025aae-98b9-4021-b4b6-c201214b884e::" providerId="AD" clId="Web-{EC8B7E0A-909C-5A74-894B-85D2FE081CCC}" dt="2026-03-17T12:10:42.746" v="1"/>
          <ac:spMkLst>
            <pc:docMk/>
            <pc:sldMk cId="2222411278" sldId="284"/>
            <ac:spMk id="6" creationId="{D8ED31A1-2AFD-6F96-7C90-7B90E740AC64}"/>
          </ac:spMkLst>
        </pc:spChg>
        <pc:picChg chg="del">
          <ac:chgData name="Utilizador Convidado" userId="S::urn:spo:tenantanon#c1025aae-98b9-4021-b4b6-c201214b884e::" providerId="AD" clId="Web-{EC8B7E0A-909C-5A74-894B-85D2FE081CCC}" dt="2026-03-17T12:10:44.074" v="2"/>
          <ac:picMkLst>
            <pc:docMk/>
            <pc:sldMk cId="2222411278" sldId="284"/>
            <ac:picMk id="5" creationId="{7BCFCFF7-F0DE-7ADB-6F40-48E92728A5FD}"/>
          </ac:picMkLst>
        </pc:picChg>
        <pc:picChg chg="add del mod">
          <ac:chgData name="Utilizador Convidado" userId="S::urn:spo:tenantanon#c1025aae-98b9-4021-b4b6-c201214b884e::" providerId="AD" clId="Web-{EC8B7E0A-909C-5A74-894B-85D2FE081CCC}" dt="2026-03-17T12:20:36.577" v="106"/>
          <ac:picMkLst>
            <pc:docMk/>
            <pc:sldMk cId="2222411278" sldId="284"/>
            <ac:picMk id="7" creationId="{02A45047-6517-FD03-8942-04B7E396D5EC}"/>
          </ac:picMkLst>
        </pc:picChg>
        <pc:picChg chg="add mod">
          <ac:chgData name="Utilizador Convidado" userId="S::urn:spo:tenantanon#c1025aae-98b9-4021-b4b6-c201214b884e::" providerId="AD" clId="Web-{EC8B7E0A-909C-5A74-894B-85D2FE081CCC}" dt="2026-03-17T12:23:50.751" v="111" actId="1076"/>
          <ac:picMkLst>
            <pc:docMk/>
            <pc:sldMk cId="2222411278" sldId="284"/>
            <ac:picMk id="8" creationId="{562CCDD3-FE40-460D-2DEC-1CA694D02525}"/>
          </ac:picMkLst>
        </pc:picChg>
      </pc:sldChg>
    </pc:docChg>
  </pc:docChgLst>
  <pc:docChgLst>
    <pc:chgData name="Tiago Brito" userId="S::tbrito@ua.pt::d50d8bed-3633-4736-b122-d39b83c0152b" providerId="AD" clId="Web-{1CA9B60D-2211-6CC1-1512-2A3C04E3155A}"/>
    <pc:docChg chg="modSld">
      <pc:chgData name="Tiago Brito" userId="S::tbrito@ua.pt::d50d8bed-3633-4736-b122-d39b83c0152b" providerId="AD" clId="Web-{1CA9B60D-2211-6CC1-1512-2A3C04E3155A}" dt="2026-03-17T14:55:38.260" v="13" actId="20577"/>
      <pc:docMkLst>
        <pc:docMk/>
      </pc:docMkLst>
      <pc:sldChg chg="modSp">
        <pc:chgData name="Tiago Brito" userId="S::tbrito@ua.pt::d50d8bed-3633-4736-b122-d39b83c0152b" providerId="AD" clId="Web-{1CA9B60D-2211-6CC1-1512-2A3C04E3155A}" dt="2026-03-17T14:55:38.260" v="13" actId="20577"/>
        <pc:sldMkLst>
          <pc:docMk/>
          <pc:sldMk cId="3836992629" sldId="274"/>
        </pc:sldMkLst>
        <pc:spChg chg="mod">
          <ac:chgData name="Tiago Brito" userId="S::tbrito@ua.pt::d50d8bed-3633-4736-b122-d39b83c0152b" providerId="AD" clId="Web-{1CA9B60D-2211-6CC1-1512-2A3C04E3155A}" dt="2026-03-17T14:55:38.260" v="13" actId="20577"/>
          <ac:spMkLst>
            <pc:docMk/>
            <pc:sldMk cId="3836992629" sldId="274"/>
            <ac:spMk id="2" creationId="{3D0F55A8-01E9-CB4D-18BA-9FCFC9675474}"/>
          </ac:spMkLst>
        </pc:spChg>
      </pc:sldChg>
    </pc:docChg>
  </pc:docChgLst>
  <pc:docChgLst>
    <pc:chgData name="Daniel Oliveira" userId="S::doliveira24@ua.pt::caaed474-cd89-493b-94d2-ec114fb9218c" providerId="AD" clId="Web-{97F7DEF1-25AA-1001-CA1A-1E04DF6B875C}"/>
    <pc:docChg chg="addSld delSld modSld">
      <pc:chgData name="Daniel Oliveira" userId="S::doliveira24@ua.pt::caaed474-cd89-493b-94d2-ec114fb9218c" providerId="AD" clId="Web-{97F7DEF1-25AA-1001-CA1A-1E04DF6B875C}" dt="2026-03-17T20:01:17.308" v="282"/>
      <pc:docMkLst>
        <pc:docMk/>
      </pc:docMkLst>
      <pc:sldChg chg="addSp delSp modSp modMedia addAnim delAnim">
        <pc:chgData name="Daniel Oliveira" userId="S::doliveira24@ua.pt::caaed474-cd89-493b-94d2-ec114fb9218c" providerId="AD" clId="Web-{97F7DEF1-25AA-1001-CA1A-1E04DF6B875C}" dt="2026-03-17T17:05:01.932" v="4"/>
        <pc:sldMkLst>
          <pc:docMk/>
          <pc:sldMk cId="1722739883" sldId="276"/>
        </pc:sldMkLst>
        <pc:picChg chg="add mod">
          <ac:chgData name="Daniel Oliveira" userId="S::doliveira24@ua.pt::caaed474-cd89-493b-94d2-ec114fb9218c" providerId="AD" clId="Web-{97F7DEF1-25AA-1001-CA1A-1E04DF6B875C}" dt="2026-03-17T17:05:01.932" v="4"/>
          <ac:picMkLst>
            <pc:docMk/>
            <pc:sldMk cId="1722739883" sldId="276"/>
            <ac:picMk id="4" creationId="{C1CD5C63-F0AD-F517-9AF8-E3EF8A8AC668}"/>
          </ac:picMkLst>
        </pc:picChg>
        <pc:picChg chg="del">
          <ac:chgData name="Daniel Oliveira" userId="S::doliveira24@ua.pt::caaed474-cd89-493b-94d2-ec114fb9218c" providerId="AD" clId="Web-{97F7DEF1-25AA-1001-CA1A-1E04DF6B875C}" dt="2026-03-17T16:56:59.340" v="0"/>
          <ac:picMkLst>
            <pc:docMk/>
            <pc:sldMk cId="1722739883" sldId="276"/>
            <ac:picMk id="6" creationId="{3B21DB5A-F736-3F93-79FE-95B31D357E9A}"/>
          </ac:picMkLst>
        </pc:picChg>
      </pc:sldChg>
      <pc:sldChg chg="modSp">
        <pc:chgData name="Daniel Oliveira" userId="S::doliveira24@ua.pt::caaed474-cd89-493b-94d2-ec114fb9218c" providerId="AD" clId="Web-{97F7DEF1-25AA-1001-CA1A-1E04DF6B875C}" dt="2026-03-17T17:04:42.354" v="3" actId="1076"/>
        <pc:sldMkLst>
          <pc:docMk/>
          <pc:sldMk cId="4237580014" sldId="283"/>
        </pc:sldMkLst>
        <pc:picChg chg="mod">
          <ac:chgData name="Daniel Oliveira" userId="S::doliveira24@ua.pt::caaed474-cd89-493b-94d2-ec114fb9218c" providerId="AD" clId="Web-{97F7DEF1-25AA-1001-CA1A-1E04DF6B875C}" dt="2026-03-17T17:04:42.354" v="3" actId="1076"/>
          <ac:picMkLst>
            <pc:docMk/>
            <pc:sldMk cId="4237580014" sldId="283"/>
            <ac:picMk id="5" creationId="{503F407E-1632-4BA6-1B78-3116E4260469}"/>
          </ac:picMkLst>
        </pc:picChg>
      </pc:sldChg>
      <pc:sldChg chg="addSp delSp modSp">
        <pc:chgData name="Daniel Oliveira" userId="S::doliveira24@ua.pt::caaed474-cd89-493b-94d2-ec114fb9218c" providerId="AD" clId="Web-{97F7DEF1-25AA-1001-CA1A-1E04DF6B875C}" dt="2026-03-17T20:01:17.308" v="282"/>
        <pc:sldMkLst>
          <pc:docMk/>
          <pc:sldMk cId="3127055593" sldId="285"/>
        </pc:sldMkLst>
        <pc:spChg chg="add mod">
          <ac:chgData name="Daniel Oliveira" userId="S::doliveira24@ua.pt::caaed474-cd89-493b-94d2-ec114fb9218c" providerId="AD" clId="Web-{97F7DEF1-25AA-1001-CA1A-1E04DF6B875C}" dt="2026-03-17T19:53:00.094" v="194" actId="20577"/>
          <ac:spMkLst>
            <pc:docMk/>
            <pc:sldMk cId="3127055593" sldId="285"/>
            <ac:spMk id="9" creationId="{9E7AD101-8794-EE20-110D-50DA5589716C}"/>
          </ac:spMkLst>
        </pc:spChg>
        <pc:spChg chg="add mod">
          <ac:chgData name="Daniel Oliveira" userId="S::doliveira24@ua.pt::caaed474-cd89-493b-94d2-ec114fb9218c" providerId="AD" clId="Web-{97F7DEF1-25AA-1001-CA1A-1E04DF6B875C}" dt="2026-03-17T19:52:57.672" v="193" actId="20577"/>
          <ac:spMkLst>
            <pc:docMk/>
            <pc:sldMk cId="3127055593" sldId="285"/>
            <ac:spMk id="10" creationId="{3B24D077-E7B0-2090-760E-5683FAD38A40}"/>
          </ac:spMkLst>
        </pc:spChg>
        <pc:spChg chg="add mod">
          <ac:chgData name="Daniel Oliveira" userId="S::doliveira24@ua.pt::caaed474-cd89-493b-94d2-ec114fb9218c" providerId="AD" clId="Web-{97F7DEF1-25AA-1001-CA1A-1E04DF6B875C}" dt="2026-03-17T19:52:54.640" v="191" actId="20577"/>
          <ac:spMkLst>
            <pc:docMk/>
            <pc:sldMk cId="3127055593" sldId="285"/>
            <ac:spMk id="11" creationId="{585AFF3E-F0C3-CE17-872B-FF972FCFB4B7}"/>
          </ac:spMkLst>
        </pc:spChg>
        <pc:graphicFrameChg chg="del">
          <ac:chgData name="Daniel Oliveira" userId="S::doliveira24@ua.pt::caaed474-cd89-493b-94d2-ec114fb9218c" providerId="AD" clId="Web-{97F7DEF1-25AA-1001-CA1A-1E04DF6B875C}" dt="2026-03-17T19:54:51.625" v="197"/>
          <ac:graphicFrameMkLst>
            <pc:docMk/>
            <pc:sldMk cId="3127055593" sldId="285"/>
            <ac:graphicFrameMk id="3" creationId="{BFEE35F7-FC10-6ED8-770C-7E854056AEA6}"/>
          </ac:graphicFrameMkLst>
        </pc:graphicFrameChg>
        <pc:picChg chg="add mod">
          <ac:chgData name="Daniel Oliveira" userId="S::doliveira24@ua.pt::caaed474-cd89-493b-94d2-ec114fb9218c" providerId="AD" clId="Web-{97F7DEF1-25AA-1001-CA1A-1E04DF6B875C}" dt="2026-03-17T19:48:54.843" v="161" actId="14100"/>
          <ac:picMkLst>
            <pc:docMk/>
            <pc:sldMk cId="3127055593" sldId="285"/>
            <ac:picMk id="4" creationId="{EB557B57-9987-0D86-A51E-4DE9A7D58175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0:12.249" v="167" actId="1076"/>
          <ac:picMkLst>
            <pc:docMk/>
            <pc:sldMk cId="3127055593" sldId="285"/>
            <ac:picMk id="7" creationId="{1166DBEA-5B20-786A-B51C-B430BCF89BD6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0:20.593" v="168" actId="1076"/>
          <ac:picMkLst>
            <pc:docMk/>
            <pc:sldMk cId="3127055593" sldId="285"/>
            <ac:picMk id="8" creationId="{FB4241A7-2417-4497-291B-C7C8A22BC2AE}"/>
          </ac:picMkLst>
        </pc:picChg>
        <pc:picChg chg="add del mod">
          <ac:chgData name="Daniel Oliveira" userId="S::doliveira24@ua.pt::caaed474-cd89-493b-94d2-ec114fb9218c" providerId="AD" clId="Web-{97F7DEF1-25AA-1001-CA1A-1E04DF6B875C}" dt="2026-03-17T19:56:52.985" v="232"/>
          <ac:picMkLst>
            <pc:docMk/>
            <pc:sldMk cId="3127055593" sldId="285"/>
            <ac:picMk id="12" creationId="{32C7BACE-0B0C-2982-5CF5-F1AC21409639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6:08.438" v="217" actId="14100"/>
          <ac:picMkLst>
            <pc:docMk/>
            <pc:sldMk cId="3127055593" sldId="285"/>
            <ac:picMk id="13" creationId="{267A7880-4C90-DD9B-9C58-B67F4572ABE2}"/>
          </ac:picMkLst>
        </pc:picChg>
        <pc:picChg chg="add del mod">
          <ac:chgData name="Daniel Oliveira" userId="S::doliveira24@ua.pt::caaed474-cd89-493b-94d2-ec114fb9218c" providerId="AD" clId="Web-{97F7DEF1-25AA-1001-CA1A-1E04DF6B875C}" dt="2026-03-17T19:56:13.344" v="219"/>
          <ac:picMkLst>
            <pc:docMk/>
            <pc:sldMk cId="3127055593" sldId="285"/>
            <ac:picMk id="14" creationId="{2A014750-1C83-F476-B7B6-730944A20215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6:01.329" v="215" actId="14100"/>
          <ac:picMkLst>
            <pc:docMk/>
            <pc:sldMk cId="3127055593" sldId="285"/>
            <ac:picMk id="15" creationId="{E6CF3149-10A6-A653-64D8-2956E18B6C81}"/>
          </ac:picMkLst>
        </pc:picChg>
        <pc:picChg chg="add del mod">
          <ac:chgData name="Daniel Oliveira" userId="S::doliveira24@ua.pt::caaed474-cd89-493b-94d2-ec114fb9218c" providerId="AD" clId="Web-{97F7DEF1-25AA-1001-CA1A-1E04DF6B875C}" dt="2026-03-17T19:56:13.891" v="220"/>
          <ac:picMkLst>
            <pc:docMk/>
            <pc:sldMk cId="3127055593" sldId="285"/>
            <ac:picMk id="16" creationId="{CE4F0405-6372-7F64-EAC9-A649F10687C5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6:12.016" v="218" actId="14100"/>
          <ac:picMkLst>
            <pc:docMk/>
            <pc:sldMk cId="3127055593" sldId="285"/>
            <ac:picMk id="17" creationId="{9711AFA8-A47A-D2E7-E6DD-71B73EFAB58D}"/>
          </ac:picMkLst>
        </pc:picChg>
        <pc:picChg chg="add del mod">
          <ac:chgData name="Daniel Oliveira" userId="S::doliveira24@ua.pt::caaed474-cd89-493b-94d2-ec114fb9218c" providerId="AD" clId="Web-{97F7DEF1-25AA-1001-CA1A-1E04DF6B875C}" dt="2026-03-17T19:56:15.016" v="221"/>
          <ac:picMkLst>
            <pc:docMk/>
            <pc:sldMk cId="3127055593" sldId="285"/>
            <ac:picMk id="18" creationId="{805D3EA7-5F82-69BA-A66F-EFD02C314DD5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6:23.641" v="223" actId="1076"/>
          <ac:picMkLst>
            <pc:docMk/>
            <pc:sldMk cId="3127055593" sldId="285"/>
            <ac:picMk id="19" creationId="{57E7896E-5CBA-A35D-C1CD-7117DD14C8E5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6:27.422" v="225" actId="1076"/>
          <ac:picMkLst>
            <pc:docMk/>
            <pc:sldMk cId="3127055593" sldId="285"/>
            <ac:picMk id="20" creationId="{F4FD2104-1989-5768-4E1C-B95FAAE3C90E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6:34.266" v="227" actId="1076"/>
          <ac:picMkLst>
            <pc:docMk/>
            <pc:sldMk cId="3127055593" sldId="285"/>
            <ac:picMk id="21" creationId="{1FFD70D8-20E5-DBFE-8756-E62670333BD6}"/>
          </ac:picMkLst>
        </pc:picChg>
        <pc:picChg chg="add mod modCrop">
          <ac:chgData name="Daniel Oliveira" userId="S::doliveira24@ua.pt::caaed474-cd89-493b-94d2-ec114fb9218c" providerId="AD" clId="Web-{97F7DEF1-25AA-1001-CA1A-1E04DF6B875C}" dt="2026-03-17T19:57:09.422" v="237" actId="1076"/>
          <ac:picMkLst>
            <pc:docMk/>
            <pc:sldMk cId="3127055593" sldId="285"/>
            <ac:picMk id="22" creationId="{B3CDEC0B-EF6C-1C4D-2CB3-D63D78B27E8D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8:14.709" v="247" actId="1076"/>
          <ac:picMkLst>
            <pc:docMk/>
            <pc:sldMk cId="3127055593" sldId="285"/>
            <ac:picMk id="23" creationId="{87E4E6EA-52D1-AB23-0E9B-DE61147836EA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8:23.491" v="249" actId="1076"/>
          <ac:picMkLst>
            <pc:docMk/>
            <pc:sldMk cId="3127055593" sldId="285"/>
            <ac:picMk id="24" creationId="{11652A8C-5F93-0002-9EB2-5B089CF3D4D5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8:38.460" v="252" actId="14100"/>
          <ac:picMkLst>
            <pc:docMk/>
            <pc:sldMk cId="3127055593" sldId="285"/>
            <ac:picMk id="25" creationId="{96429B87-8759-59C0-A2F3-8B90A36E7249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8:56.414" v="256" actId="1076"/>
          <ac:picMkLst>
            <pc:docMk/>
            <pc:sldMk cId="3127055593" sldId="285"/>
            <ac:picMk id="26" creationId="{09A5AD40-CF27-174F-71C1-FC0B3D32A34B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8:52.977" v="255" actId="1076"/>
          <ac:picMkLst>
            <pc:docMk/>
            <pc:sldMk cId="3127055593" sldId="285"/>
            <ac:picMk id="27" creationId="{07CC8ED6-4EE4-5FAC-8573-3176BDE55916}"/>
          </ac:picMkLst>
        </pc:picChg>
        <pc:picChg chg="add mod">
          <ac:chgData name="Daniel Oliveira" userId="S::doliveira24@ua.pt::caaed474-cd89-493b-94d2-ec114fb9218c" providerId="AD" clId="Web-{97F7DEF1-25AA-1001-CA1A-1E04DF6B875C}" dt="2026-03-17T19:59:11.102" v="259" actId="14100"/>
          <ac:picMkLst>
            <pc:docMk/>
            <pc:sldMk cId="3127055593" sldId="285"/>
            <ac:picMk id="28" creationId="{E72B1FAD-287C-0292-0565-CA5CD8EE7D01}"/>
          </ac:picMkLst>
        </pc:picChg>
        <pc:picChg chg="add mod modCrop">
          <ac:chgData name="Daniel Oliveira" userId="S::doliveira24@ua.pt::caaed474-cd89-493b-94d2-ec114fb9218c" providerId="AD" clId="Web-{97F7DEF1-25AA-1001-CA1A-1E04DF6B875C}" dt="2026-03-17T19:59:45.619" v="265" actId="1076"/>
          <ac:picMkLst>
            <pc:docMk/>
            <pc:sldMk cId="3127055593" sldId="285"/>
            <ac:picMk id="29" creationId="{4A12D559-DF6A-C485-381E-2BDEE864DA14}"/>
          </ac:picMkLst>
        </pc:picChg>
        <pc:picChg chg="add mod modCrop">
          <ac:chgData name="Daniel Oliveira" userId="S::doliveira24@ua.pt::caaed474-cd89-493b-94d2-ec114fb9218c" providerId="AD" clId="Web-{97F7DEF1-25AA-1001-CA1A-1E04DF6B875C}" dt="2026-03-17T20:00:20.432" v="270" actId="1076"/>
          <ac:picMkLst>
            <pc:docMk/>
            <pc:sldMk cId="3127055593" sldId="285"/>
            <ac:picMk id="30" creationId="{9EAF8302-1A08-D0CE-7290-72B8CB95541A}"/>
          </ac:picMkLst>
        </pc:picChg>
        <pc:picChg chg="add mod modCrop">
          <ac:chgData name="Daniel Oliveira" userId="S::doliveira24@ua.pt::caaed474-cd89-493b-94d2-ec114fb9218c" providerId="AD" clId="Web-{97F7DEF1-25AA-1001-CA1A-1E04DF6B875C}" dt="2026-03-17T20:00:39.479" v="274"/>
          <ac:picMkLst>
            <pc:docMk/>
            <pc:sldMk cId="3127055593" sldId="285"/>
            <ac:picMk id="31" creationId="{82D33D85-C834-F59D-C69F-05A5AAA62D7B}"/>
          </ac:picMkLst>
        </pc:picChg>
        <pc:picChg chg="add mod modCrop">
          <ac:chgData name="Daniel Oliveira" userId="S::doliveira24@ua.pt::caaed474-cd89-493b-94d2-ec114fb9218c" providerId="AD" clId="Web-{97F7DEF1-25AA-1001-CA1A-1E04DF6B875C}" dt="2026-03-17T20:01:07.417" v="278"/>
          <ac:picMkLst>
            <pc:docMk/>
            <pc:sldMk cId="3127055593" sldId="285"/>
            <ac:picMk id="32" creationId="{91EC8795-7F4F-88ED-CD10-9EDDF9BC3485}"/>
          </ac:picMkLst>
        </pc:picChg>
        <pc:picChg chg="add mod modCrop">
          <ac:chgData name="Daniel Oliveira" userId="S::doliveira24@ua.pt::caaed474-cd89-493b-94d2-ec114fb9218c" providerId="AD" clId="Web-{97F7DEF1-25AA-1001-CA1A-1E04DF6B875C}" dt="2026-03-17T20:01:17.308" v="282"/>
          <ac:picMkLst>
            <pc:docMk/>
            <pc:sldMk cId="3127055593" sldId="285"/>
            <ac:picMk id="33" creationId="{6116C47B-197C-FC03-2F2C-0DCEC3C0C227}"/>
          </ac:picMkLst>
        </pc:picChg>
      </pc:sldChg>
      <pc:sldChg chg="addSp modSp">
        <pc:chgData name="Daniel Oliveira" userId="S::doliveira24@ua.pt::caaed474-cd89-493b-94d2-ec114fb9218c" providerId="AD" clId="Web-{97F7DEF1-25AA-1001-CA1A-1E04DF6B875C}" dt="2026-03-17T19:23:50.189" v="156" actId="20577"/>
        <pc:sldMkLst>
          <pc:docMk/>
          <pc:sldMk cId="4223472055" sldId="286"/>
        </pc:sldMkLst>
        <pc:spChg chg="add mod">
          <ac:chgData name="Daniel Oliveira" userId="S::doliveira24@ua.pt::caaed474-cd89-493b-94d2-ec114fb9218c" providerId="AD" clId="Web-{97F7DEF1-25AA-1001-CA1A-1E04DF6B875C}" dt="2026-03-17T19:23:50.189" v="156" actId="20577"/>
          <ac:spMkLst>
            <pc:docMk/>
            <pc:sldMk cId="4223472055" sldId="286"/>
            <ac:spMk id="2" creationId="{B975E638-F79A-09BA-C6E7-859EE6660CCB}"/>
          </ac:spMkLst>
        </pc:spChg>
        <pc:picChg chg="add mod">
          <ac:chgData name="Daniel Oliveira" userId="S::doliveira24@ua.pt::caaed474-cd89-493b-94d2-ec114fb9218c" providerId="AD" clId="Web-{97F7DEF1-25AA-1001-CA1A-1E04DF6B875C}" dt="2026-03-17T19:16:22.321" v="148" actId="1076"/>
          <ac:picMkLst>
            <pc:docMk/>
            <pc:sldMk cId="4223472055" sldId="286"/>
            <ac:picMk id="5" creationId="{9B608FDE-553E-9800-AF03-D5DFDDDBABF0}"/>
          </ac:picMkLst>
        </pc:picChg>
      </pc:sldChg>
      <pc:sldChg chg="addSp delSp modSp mod setBg">
        <pc:chgData name="Daniel Oliveira" userId="S::doliveira24@ua.pt::caaed474-cd89-493b-94d2-ec114fb9218c" providerId="AD" clId="Web-{97F7DEF1-25AA-1001-CA1A-1E04DF6B875C}" dt="2026-03-17T19:11:15.971" v="141" actId="1076"/>
        <pc:sldMkLst>
          <pc:docMk/>
          <pc:sldMk cId="4056050902" sldId="287"/>
        </pc:sldMkLst>
        <pc:spChg chg="add del mod">
          <ac:chgData name="Daniel Oliveira" userId="S::doliveira24@ua.pt::caaed474-cd89-493b-94d2-ec114fb9218c" providerId="AD" clId="Web-{97F7DEF1-25AA-1001-CA1A-1E04DF6B875C}" dt="2026-03-17T18:50:19.272" v="30"/>
          <ac:spMkLst>
            <pc:docMk/>
            <pc:sldMk cId="4056050902" sldId="287"/>
            <ac:spMk id="2" creationId="{98C9DA5E-7B9A-E122-44E5-F4423CE85F99}"/>
          </ac:spMkLst>
        </pc:spChg>
        <pc:spChg chg="mod">
          <ac:chgData name="Daniel Oliveira" userId="S::doliveira24@ua.pt::caaed474-cd89-493b-94d2-ec114fb9218c" providerId="AD" clId="Web-{97F7DEF1-25AA-1001-CA1A-1E04DF6B875C}" dt="2026-03-17T17:35:48.752" v="25"/>
          <ac:spMkLst>
            <pc:docMk/>
            <pc:sldMk cId="4056050902" sldId="287"/>
            <ac:spMk id="3" creationId="{8B63933C-322F-EBB4-3E06-BD42CBB8676B}"/>
          </ac:spMkLst>
        </pc:spChg>
        <pc:spChg chg="mod ord">
          <ac:chgData name="Daniel Oliveira" userId="S::doliveira24@ua.pt::caaed474-cd89-493b-94d2-ec114fb9218c" providerId="AD" clId="Web-{97F7DEF1-25AA-1001-CA1A-1E04DF6B875C}" dt="2026-03-17T17:35:48.752" v="25"/>
          <ac:spMkLst>
            <pc:docMk/>
            <pc:sldMk cId="4056050902" sldId="287"/>
            <ac:spMk id="4" creationId="{A0F46215-0A36-1E3D-7D10-A57A3818653E}"/>
          </ac:spMkLst>
        </pc:spChg>
        <pc:spChg chg="add del mod">
          <ac:chgData name="Daniel Oliveira" userId="S::doliveira24@ua.pt::caaed474-cd89-493b-94d2-ec114fb9218c" providerId="AD" clId="Web-{97F7DEF1-25AA-1001-CA1A-1E04DF6B875C}" dt="2026-03-17T18:51:07.884" v="33"/>
          <ac:spMkLst>
            <pc:docMk/>
            <pc:sldMk cId="4056050902" sldId="287"/>
            <ac:spMk id="5" creationId="{1032E672-7DB6-3071-2A97-27BB61092D06}"/>
          </ac:spMkLst>
        </pc:spChg>
        <pc:spChg chg="add del mod">
          <ac:chgData name="Daniel Oliveira" userId="S::doliveira24@ua.pt::caaed474-cd89-493b-94d2-ec114fb9218c" providerId="AD" clId="Web-{97F7DEF1-25AA-1001-CA1A-1E04DF6B875C}" dt="2026-03-17T18:59:45.991" v="41"/>
          <ac:spMkLst>
            <pc:docMk/>
            <pc:sldMk cId="4056050902" sldId="287"/>
            <ac:spMk id="7" creationId="{2F2F87FE-D6BC-2F02-F31C-D46D6EFE7404}"/>
          </ac:spMkLst>
        </pc:spChg>
        <pc:spChg chg="add mod">
          <ac:chgData name="Daniel Oliveira" userId="S::doliveira24@ua.pt::caaed474-cd89-493b-94d2-ec114fb9218c" providerId="AD" clId="Web-{97F7DEF1-25AA-1001-CA1A-1E04DF6B875C}" dt="2026-03-17T19:11:15.971" v="141" actId="1076"/>
          <ac:spMkLst>
            <pc:docMk/>
            <pc:sldMk cId="4056050902" sldId="287"/>
            <ac:spMk id="8" creationId="{B8D0AE47-5F30-7AA2-0725-2AEEF6B37D70}"/>
          </ac:spMkLst>
        </pc:spChg>
        <pc:spChg chg="add del">
          <ac:chgData name="Daniel Oliveira" userId="S::doliveira24@ua.pt::caaed474-cd89-493b-94d2-ec114fb9218c" providerId="AD" clId="Web-{97F7DEF1-25AA-1001-CA1A-1E04DF6B875C}" dt="2026-03-17T17:33:52.169" v="8"/>
          <ac:spMkLst>
            <pc:docMk/>
            <pc:sldMk cId="4056050902" sldId="287"/>
            <ac:spMk id="9" creationId="{5C8908E2-EE49-44D2-9428-A28D2312A8D5}"/>
          </ac:spMkLst>
        </pc:spChg>
        <pc:spChg chg="add del">
          <ac:chgData name="Daniel Oliveira" userId="S::doliveira24@ua.pt::caaed474-cd89-493b-94d2-ec114fb9218c" providerId="AD" clId="Web-{97F7DEF1-25AA-1001-CA1A-1E04DF6B875C}" dt="2026-03-17T17:33:52.169" v="8"/>
          <ac:spMkLst>
            <pc:docMk/>
            <pc:sldMk cId="4056050902" sldId="287"/>
            <ac:spMk id="15" creationId="{8B88B599-C539-4F18-A32A-40207EC6E21A}"/>
          </ac:spMkLst>
        </pc:spChg>
        <pc:spChg chg="add del">
          <ac:chgData name="Daniel Oliveira" userId="S::doliveira24@ua.pt::caaed474-cd89-493b-94d2-ec114fb9218c" providerId="AD" clId="Web-{97F7DEF1-25AA-1001-CA1A-1E04DF6B875C}" dt="2026-03-17T17:33:52.169" v="8"/>
          <ac:spMkLst>
            <pc:docMk/>
            <pc:sldMk cId="4056050902" sldId="287"/>
            <ac:spMk id="17" creationId="{ED888B23-07FA-482A-96DF-47E31AF1A603}"/>
          </ac:spMkLst>
        </pc:spChg>
        <pc:grpChg chg="add del">
          <ac:chgData name="Daniel Oliveira" userId="S::doliveira24@ua.pt::caaed474-cd89-493b-94d2-ec114fb9218c" providerId="AD" clId="Web-{97F7DEF1-25AA-1001-CA1A-1E04DF6B875C}" dt="2026-03-17T17:33:52.169" v="8"/>
          <ac:grpSpMkLst>
            <pc:docMk/>
            <pc:sldMk cId="4056050902" sldId="287"/>
            <ac:grpSpMk id="11" creationId="{B29018A0-5DE6-4CC9-AB25-675616AF7225}"/>
          </ac:grpSpMkLst>
        </pc:grpChg>
        <pc:graphicFrameChg chg="add del mod">
          <ac:chgData name="Daniel Oliveira" userId="S::doliveira24@ua.pt::caaed474-cd89-493b-94d2-ec114fb9218c" providerId="AD" clId="Web-{97F7DEF1-25AA-1001-CA1A-1E04DF6B875C}" dt="2026-03-17T18:54:06.218" v="36"/>
          <ac:graphicFrameMkLst>
            <pc:docMk/>
            <pc:sldMk cId="4056050902" sldId="287"/>
            <ac:graphicFrameMk id="6" creationId="{37B068E6-3087-A027-64BE-5DE9D809BB90}"/>
          </ac:graphicFrameMkLst>
        </pc:graphicFrameChg>
        <pc:picChg chg="add del mod">
          <ac:chgData name="Daniel Oliveira" userId="S::doliveira24@ua.pt::caaed474-cd89-493b-94d2-ec114fb9218c" providerId="AD" clId="Web-{97F7DEF1-25AA-1001-CA1A-1E04DF6B875C}" dt="2026-03-17T17:35:50.986" v="27"/>
          <ac:picMkLst>
            <pc:docMk/>
            <pc:sldMk cId="4056050902" sldId="287"/>
            <ac:picMk id="2" creationId="{FD4A454E-C7A5-DCF7-52D7-A39D01F7930C}"/>
          </ac:picMkLst>
        </pc:picChg>
        <pc:picChg chg="add del mod">
          <ac:chgData name="Daniel Oliveira" userId="S::doliveira24@ua.pt::caaed474-cd89-493b-94d2-ec114fb9218c" providerId="AD" clId="Web-{97F7DEF1-25AA-1001-CA1A-1E04DF6B875C}" dt="2026-03-17T17:35:43.627" v="18"/>
          <ac:picMkLst>
            <pc:docMk/>
            <pc:sldMk cId="4056050902" sldId="287"/>
            <ac:picMk id="5" creationId="{31A55B57-DA9D-6A25-54C4-19F16FE8A97F}"/>
          </ac:picMkLst>
        </pc:picChg>
        <pc:picChg chg="add mod modCrop">
          <ac:chgData name="Daniel Oliveira" userId="S::doliveira24@ua.pt::caaed474-cd89-493b-94d2-ec114fb9218c" providerId="AD" clId="Web-{97F7DEF1-25AA-1001-CA1A-1E04DF6B875C}" dt="2026-03-17T19:04:59.151" v="84" actId="1076"/>
          <ac:picMkLst>
            <pc:docMk/>
            <pc:sldMk cId="4056050902" sldId="287"/>
            <ac:picMk id="9" creationId="{2BA31F90-5CDD-9DBD-50EA-F1F299A4F068}"/>
          </ac:picMkLst>
        </pc:picChg>
        <pc:cxnChg chg="add mod">
          <ac:chgData name="Daniel Oliveira" userId="S::doliveira24@ua.pt::caaed474-cd89-493b-94d2-ec114fb9218c" providerId="AD" clId="Web-{97F7DEF1-25AA-1001-CA1A-1E04DF6B875C}" dt="2026-03-17T19:06:17.347" v="93" actId="14100"/>
          <ac:cxnSpMkLst>
            <pc:docMk/>
            <pc:sldMk cId="4056050902" sldId="287"/>
            <ac:cxnSpMk id="10" creationId="{E7766099-B0EA-F9BF-F702-5112A4A94BFB}"/>
          </ac:cxnSpMkLst>
        </pc:cxnChg>
        <pc:cxnChg chg="add del">
          <ac:chgData name="Daniel Oliveira" userId="S::doliveira24@ua.pt::caaed474-cd89-493b-94d2-ec114fb9218c" providerId="AD" clId="Web-{97F7DEF1-25AA-1001-CA1A-1E04DF6B875C}" dt="2026-03-17T17:35:48.752" v="25"/>
          <ac:cxnSpMkLst>
            <pc:docMk/>
            <pc:sldMk cId="4056050902" sldId="287"/>
            <ac:cxnSpMk id="19" creationId="{1503BFE4-729B-D9D0-C17B-501E6AF1127A}"/>
          </ac:cxnSpMkLst>
        </pc:cxnChg>
      </pc:sldChg>
      <pc:sldChg chg="add del replId">
        <pc:chgData name="Daniel Oliveira" userId="S::doliveira24@ua.pt::caaed474-cd89-493b-94d2-ec114fb9218c" providerId="AD" clId="Web-{97F7DEF1-25AA-1001-CA1A-1E04DF6B875C}" dt="2026-03-17T19:55:44.297" v="211"/>
        <pc:sldMkLst>
          <pc:docMk/>
          <pc:sldMk cId="3958562333" sldId="288"/>
        </pc:sldMkLst>
      </pc:sldChg>
    </pc:docChg>
  </pc:docChgLst>
  <pc:docChgLst>
    <pc:chgData name="Miguel Mota" userId="S::mota.m@ua.pt::d3167964-8d14-43ee-a90f-7235b8218f59" providerId="AD" clId="Web-{6B5DA80A-1381-EC24-74FD-14B402135A5C}"/>
    <pc:docChg chg="modSld">
      <pc:chgData name="Miguel Mota" userId="S::mota.m@ua.pt::d3167964-8d14-43ee-a90f-7235b8218f59" providerId="AD" clId="Web-{6B5DA80A-1381-EC24-74FD-14B402135A5C}" dt="2026-02-24T21:10:10.292" v="27" actId="20577"/>
      <pc:docMkLst>
        <pc:docMk/>
      </pc:docMkLst>
      <pc:sldChg chg="modSp">
        <pc:chgData name="Miguel Mota" userId="S::mota.m@ua.pt::d3167964-8d14-43ee-a90f-7235b8218f59" providerId="AD" clId="Web-{6B5DA80A-1381-EC24-74FD-14B402135A5C}" dt="2026-02-24T21:10:10.292" v="27" actId="20577"/>
        <pc:sldMkLst>
          <pc:docMk/>
          <pc:sldMk cId="0" sldId="258"/>
        </pc:sldMkLst>
        <pc:spChg chg="mod">
          <ac:chgData name="Miguel Mota" userId="S::mota.m@ua.pt::d3167964-8d14-43ee-a90f-7235b8218f59" providerId="AD" clId="Web-{6B5DA80A-1381-EC24-74FD-14B402135A5C}" dt="2026-02-24T21:10:10.292" v="27" actId="20577"/>
          <ac:spMkLst>
            <pc:docMk/>
            <pc:sldMk cId="0" sldId="258"/>
            <ac:spMk id="3" creationId="{00000000-0000-0000-0000-000000000000}"/>
          </ac:spMkLst>
        </pc:spChg>
      </pc:sldChg>
      <pc:sldChg chg="delSp">
        <pc:chgData name="Miguel Mota" userId="S::mota.m@ua.pt::d3167964-8d14-43ee-a90f-7235b8218f59" providerId="AD" clId="Web-{6B5DA80A-1381-EC24-74FD-14B402135A5C}" dt="2026-02-24T20:19:37.187" v="7"/>
        <pc:sldMkLst>
          <pc:docMk/>
          <pc:sldMk cId="3836992629" sldId="274"/>
        </pc:sldMkLst>
      </pc:sldChg>
    </pc:docChg>
  </pc:docChgLst>
  <pc:docChgLst>
    <pc:chgData name="Ricardo Carmo" userId="S::ricardomlcarmo@ua.pt::f418907a-63fe-454f-9a71-397bf9c8357a" providerId="AD" clId="Web-{09C92F27-FAD4-9C6E-724B-4006C8B8FCEE}"/>
    <pc:docChg chg="addSld delSld modSld sldOrd">
      <pc:chgData name="Ricardo Carmo" userId="S::ricardomlcarmo@ua.pt::f418907a-63fe-454f-9a71-397bf9c8357a" providerId="AD" clId="Web-{09C92F27-FAD4-9C6E-724B-4006C8B8FCEE}" dt="2026-03-14T13:59:26.792" v="54" actId="1076"/>
      <pc:docMkLst>
        <pc:docMk/>
      </pc:docMkLst>
      <pc:sldChg chg="modSp">
        <pc:chgData name="Ricardo Carmo" userId="S::ricardomlcarmo@ua.pt::f418907a-63fe-454f-9a71-397bf9c8357a" providerId="AD" clId="Web-{09C92F27-FAD4-9C6E-724B-4006C8B8FCEE}" dt="2026-03-14T13:43:49.905" v="1" actId="14100"/>
        <pc:sldMkLst>
          <pc:docMk/>
          <pc:sldMk cId="954422574" sldId="271"/>
        </pc:sldMkLst>
        <pc:spChg chg="mod">
          <ac:chgData name="Ricardo Carmo" userId="S::ricardomlcarmo@ua.pt::f418907a-63fe-454f-9a71-397bf9c8357a" providerId="AD" clId="Web-{09C92F27-FAD4-9C6E-724B-4006C8B8FCEE}" dt="2026-03-14T13:43:49.905" v="1" actId="14100"/>
          <ac:spMkLst>
            <pc:docMk/>
            <pc:sldMk cId="954422574" sldId="271"/>
            <ac:spMk id="3" creationId="{08F3AF43-84A0-CEA7-50C0-A8FBF19C5FD7}"/>
          </ac:spMkLst>
        </pc:spChg>
      </pc:sldChg>
      <pc:sldChg chg="addSp delSp modSp add ord replId">
        <pc:chgData name="Ricardo Carmo" userId="S::ricardomlcarmo@ua.pt::f418907a-63fe-454f-9a71-397bf9c8357a" providerId="AD" clId="Web-{09C92F27-FAD4-9C6E-724B-4006C8B8FCEE}" dt="2026-03-14T13:59:26.792" v="54" actId="1076"/>
        <pc:sldMkLst>
          <pc:docMk/>
          <pc:sldMk cId="166703049" sldId="278"/>
        </pc:sldMkLst>
        <pc:spChg chg="mod">
          <ac:chgData name="Ricardo Carmo" userId="S::ricardomlcarmo@ua.pt::f418907a-63fe-454f-9a71-397bf9c8357a" providerId="AD" clId="Web-{09C92F27-FAD4-9C6E-724B-4006C8B8FCEE}" dt="2026-03-14T13:48:20.155" v="12" actId="20577"/>
          <ac:spMkLst>
            <pc:docMk/>
            <pc:sldMk cId="166703049" sldId="278"/>
            <ac:spMk id="5" creationId="{EFF32144-0C75-08FC-0E60-E5F3D7B18E32}"/>
          </ac:spMkLst>
        </pc:spChg>
        <pc:picChg chg="add mod">
          <ac:chgData name="Ricardo Carmo" userId="S::ricardomlcarmo@ua.pt::f418907a-63fe-454f-9a71-397bf9c8357a" providerId="AD" clId="Web-{09C92F27-FAD4-9C6E-724B-4006C8B8FCEE}" dt="2026-03-14T13:59:26.792" v="54" actId="1076"/>
          <ac:picMkLst>
            <pc:docMk/>
            <pc:sldMk cId="166703049" sldId="278"/>
            <ac:picMk id="13" creationId="{10B6529F-94A7-5B00-19B2-D53271C32132}"/>
          </ac:picMkLst>
        </pc:picChg>
      </pc:sldChg>
    </pc:docChg>
  </pc:docChgLst>
  <pc:docChgLst>
    <pc:chgData name="Lázaro Sá" userId="S::lazarosa@ua.pt::ee4eb0a3-3929-4cfd-9bf0-33fb6df36dc8" providerId="AD" clId="Web-{AB85A2AF-4EE6-8148-E213-EC1891AFB40D}"/>
    <pc:docChg chg="addSld delSld modSld">
      <pc:chgData name="Lázaro Sá" userId="S::lazarosa@ua.pt::ee4eb0a3-3929-4cfd-9bf0-33fb6df36dc8" providerId="AD" clId="Web-{AB85A2AF-4EE6-8148-E213-EC1891AFB40D}" dt="2026-02-21T17:03:47.337" v="575" actId="1076"/>
      <pc:docMkLst>
        <pc:docMk/>
      </pc:docMkLst>
      <pc:sldChg chg="addSp delSp modSp">
        <pc:chgData name="Lázaro Sá" userId="S::lazarosa@ua.pt::ee4eb0a3-3929-4cfd-9bf0-33fb6df36dc8" providerId="AD" clId="Web-{AB85A2AF-4EE6-8148-E213-EC1891AFB40D}" dt="2026-02-21T17:03:47.337" v="575" actId="1076"/>
        <pc:sldMkLst>
          <pc:docMk/>
          <pc:sldMk cId="0" sldId="258"/>
        </pc:sldMkLst>
      </pc:sldChg>
      <pc:sldChg chg="addSp delSp modSp">
        <pc:chgData name="Lázaro Sá" userId="S::lazarosa@ua.pt::ee4eb0a3-3929-4cfd-9bf0-33fb6df36dc8" providerId="AD" clId="Web-{AB85A2AF-4EE6-8148-E213-EC1891AFB40D}" dt="2026-02-21T16:40:27.871" v="509" actId="1076"/>
        <pc:sldMkLst>
          <pc:docMk/>
          <pc:sldMk cId="3836992629" sldId="274"/>
        </pc:sldMkLst>
        <pc:spChg chg="mod ord">
          <ac:chgData name="Lázaro Sá" userId="S::lazarosa@ua.pt::ee4eb0a3-3929-4cfd-9bf0-33fb6df36dc8" providerId="AD" clId="Web-{AB85A2AF-4EE6-8148-E213-EC1891AFB40D}" dt="2026-02-21T16:39:54.038" v="507" actId="20577"/>
          <ac:spMkLst>
            <pc:docMk/>
            <pc:sldMk cId="3836992629" sldId="274"/>
            <ac:spMk id="2" creationId="{3D0F55A8-01E9-CB4D-18BA-9FCFC9675474}"/>
          </ac:spMkLst>
        </pc:spChg>
      </pc:sldChg>
    </pc:docChg>
  </pc:docChgLst>
  <pc:docChgLst>
    <pc:chgData name="Miguel Mota" userId="S::mota.m@ua.pt::d3167964-8d14-43ee-a90f-7235b8218f59" providerId="AD" clId="Web-{4CB5DC58-988A-7272-4F42-2807E5F000BF}"/>
    <pc:docChg chg="modSld">
      <pc:chgData name="Miguel Mota" userId="S::mota.m@ua.pt::d3167964-8d14-43ee-a90f-7235b8218f59" providerId="AD" clId="Web-{4CB5DC58-988A-7272-4F42-2807E5F000BF}" dt="2026-03-16T22:29:29.277" v="469" actId="20577"/>
      <pc:docMkLst>
        <pc:docMk/>
      </pc:docMkLst>
      <pc:sldChg chg="modSp">
        <pc:chgData name="Miguel Mota" userId="S::mota.m@ua.pt::d3167964-8d14-43ee-a90f-7235b8218f59" providerId="AD" clId="Web-{4CB5DC58-988A-7272-4F42-2807E5F000BF}" dt="2026-03-16T22:21:04.323" v="191" actId="20577"/>
        <pc:sldMkLst>
          <pc:docMk/>
          <pc:sldMk cId="954422574" sldId="271"/>
        </pc:sldMkLst>
        <pc:spChg chg="mod">
          <ac:chgData name="Miguel Mota" userId="S::mota.m@ua.pt::d3167964-8d14-43ee-a90f-7235b8218f59" providerId="AD" clId="Web-{4CB5DC58-988A-7272-4F42-2807E5F000BF}" dt="2026-03-16T22:21:04.323" v="191" actId="20577"/>
          <ac:spMkLst>
            <pc:docMk/>
            <pc:sldMk cId="954422574" sldId="271"/>
            <ac:spMk id="4" creationId="{68DD7975-7411-7C0D-B03D-EE8ADA29F14D}"/>
          </ac:spMkLst>
        </pc:spChg>
      </pc:sldChg>
      <pc:sldChg chg="modSp">
        <pc:chgData name="Miguel Mota" userId="S::mota.m@ua.pt::d3167964-8d14-43ee-a90f-7235b8218f59" providerId="AD" clId="Web-{4CB5DC58-988A-7272-4F42-2807E5F000BF}" dt="2026-03-16T22:24:10.672" v="271" actId="1076"/>
        <pc:sldMkLst>
          <pc:docMk/>
          <pc:sldMk cId="359400595" sldId="279"/>
        </pc:sldMkLst>
        <pc:spChg chg="mod">
          <ac:chgData name="Miguel Mota" userId="S::mota.m@ua.pt::d3167964-8d14-43ee-a90f-7235b8218f59" providerId="AD" clId="Web-{4CB5DC58-988A-7272-4F42-2807E5F000BF}" dt="2026-03-16T22:16:18.299" v="38" actId="20577"/>
          <ac:spMkLst>
            <pc:docMk/>
            <pc:sldMk cId="359400595" sldId="279"/>
            <ac:spMk id="2" creationId="{8E17B1E9-EF06-323B-F126-6B285CD24CF4}"/>
          </ac:spMkLst>
        </pc:spChg>
        <pc:spChg chg="mod">
          <ac:chgData name="Miguel Mota" userId="S::mota.m@ua.pt::d3167964-8d14-43ee-a90f-7235b8218f59" providerId="AD" clId="Web-{4CB5DC58-988A-7272-4F42-2807E5F000BF}" dt="2026-03-16T22:24:10.672" v="271" actId="1076"/>
          <ac:spMkLst>
            <pc:docMk/>
            <pc:sldMk cId="359400595" sldId="279"/>
            <ac:spMk id="3" creationId="{FBBA6665-0600-59ED-C064-E2340589C796}"/>
          </ac:spMkLst>
        </pc:spChg>
      </pc:sldChg>
      <pc:sldChg chg="modSp">
        <pc:chgData name="Miguel Mota" userId="S::mota.m@ua.pt::d3167964-8d14-43ee-a90f-7235b8218f59" providerId="AD" clId="Web-{4CB5DC58-988A-7272-4F42-2807E5F000BF}" dt="2026-03-16T22:29:29.277" v="469" actId="20577"/>
        <pc:sldMkLst>
          <pc:docMk/>
          <pc:sldMk cId="1196887842" sldId="280"/>
        </pc:sldMkLst>
        <pc:spChg chg="mod">
          <ac:chgData name="Miguel Mota" userId="S::mota.m@ua.pt::d3167964-8d14-43ee-a90f-7235b8218f59" providerId="AD" clId="Web-{4CB5DC58-988A-7272-4F42-2807E5F000BF}" dt="2026-03-16T22:21:37.777" v="217" actId="20577"/>
          <ac:spMkLst>
            <pc:docMk/>
            <pc:sldMk cId="1196887842" sldId="280"/>
            <ac:spMk id="2" creationId="{C99905B4-A2B9-560E-F342-B762C83C00BF}"/>
          </ac:spMkLst>
        </pc:spChg>
        <pc:spChg chg="mod">
          <ac:chgData name="Miguel Mota" userId="S::mota.m@ua.pt::d3167964-8d14-43ee-a90f-7235b8218f59" providerId="AD" clId="Web-{4CB5DC58-988A-7272-4F42-2807E5F000BF}" dt="2026-03-16T22:29:29.277" v="469" actId="20577"/>
          <ac:spMkLst>
            <pc:docMk/>
            <pc:sldMk cId="1196887842" sldId="280"/>
            <ac:spMk id="3" creationId="{E5379D1D-617B-8953-673B-16483CE73BC8}"/>
          </ac:spMkLst>
        </pc:spChg>
      </pc:sldChg>
    </pc:docChg>
  </pc:docChgLst>
  <pc:docChgLst>
    <pc:chgData name="Ricardo Carmo" userId="S::ricardomlcarmo@ua.pt::f418907a-63fe-454f-9a71-397bf9c8357a" providerId="AD" clId="Web-{059639A8-54FE-3BFE-99A8-C3B6563C3F3E}"/>
    <pc:docChg chg="modSld">
      <pc:chgData name="Ricardo Carmo" userId="S::ricardomlcarmo@ua.pt::f418907a-63fe-454f-9a71-397bf9c8357a" providerId="AD" clId="Web-{059639A8-54FE-3BFE-99A8-C3B6563C3F3E}" dt="2026-02-20T23:03:06.809" v="131" actId="1076"/>
      <pc:docMkLst>
        <pc:docMk/>
      </pc:docMkLst>
    </pc:docChg>
  </pc:docChgLst>
  <pc:docChgLst>
    <pc:chgData name="Guest User" userId="S::urn:spo:tenantanon#c1025aae-98b9-4021-b4b6-c201214b884e::" providerId="AD" clId="Web-{E1214F44-BC13-6507-8761-E1B6C91B47BB}"/>
    <pc:docChg chg="modSld">
      <pc:chgData name="Guest User" userId="S::urn:spo:tenantanon#c1025aae-98b9-4021-b4b6-c201214b884e::" providerId="AD" clId="Web-{E1214F44-BC13-6507-8761-E1B6C91B47BB}" dt="2026-03-16T17:44:27.699" v="1" actId="20577"/>
      <pc:docMkLst>
        <pc:docMk/>
      </pc:docMkLst>
      <pc:sldChg chg="modSp">
        <pc:chgData name="Guest User" userId="S::urn:spo:tenantanon#c1025aae-98b9-4021-b4b6-c201214b884e::" providerId="AD" clId="Web-{E1214F44-BC13-6507-8761-E1B6C91B47BB}" dt="2026-03-16T17:44:27.699" v="1" actId="20577"/>
        <pc:sldMkLst>
          <pc:docMk/>
          <pc:sldMk cId="359400595" sldId="279"/>
        </pc:sldMkLst>
        <pc:spChg chg="mod">
          <ac:chgData name="Guest User" userId="S::urn:spo:tenantanon#c1025aae-98b9-4021-b4b6-c201214b884e::" providerId="AD" clId="Web-{E1214F44-BC13-6507-8761-E1B6C91B47BB}" dt="2026-03-16T17:44:27.699" v="1" actId="20577"/>
          <ac:spMkLst>
            <pc:docMk/>
            <pc:sldMk cId="359400595" sldId="279"/>
            <ac:spMk id="3" creationId="{FBBA6665-0600-59ED-C064-E2340589C796}"/>
          </ac:spMkLst>
        </pc:spChg>
      </pc:sldChg>
    </pc:docChg>
  </pc:docChgLst>
  <pc:docChgLst>
    <pc:chgData name="Daniel Oliveira" userId="S::doliveira24@ua.pt::caaed474-cd89-493b-94d2-ec114fb9218c" providerId="AD" clId="Web-{E30A591A-AC47-A424-D559-9A858B71DEBE}"/>
    <pc:docChg chg="modSld">
      <pc:chgData name="Daniel Oliveira" userId="S::doliveira24@ua.pt::caaed474-cd89-493b-94d2-ec114fb9218c" providerId="AD" clId="Web-{E30A591A-AC47-A424-D559-9A858B71DEBE}" dt="2026-02-20T23:11:15.906" v="232"/>
      <pc:docMkLst>
        <pc:docMk/>
      </pc:docMkLst>
    </pc:docChg>
  </pc:docChgLst>
  <pc:docChgLst>
    <pc:chgData name="Daniel Oliveira" userId="S::doliveira24@ua.pt::caaed474-cd89-493b-94d2-ec114fb9218c" providerId="AD" clId="Web-{1F034BCD-853D-6EE1-82C2-B30FB87407C7}"/>
    <pc:docChg chg="modSld">
      <pc:chgData name="Daniel Oliveira" userId="S::doliveira24@ua.pt::caaed474-cd89-493b-94d2-ec114fb9218c" providerId="AD" clId="Web-{1F034BCD-853D-6EE1-82C2-B30FB87407C7}" dt="2026-03-11T12:16:54.555" v="39" actId="20577"/>
      <pc:docMkLst>
        <pc:docMk/>
      </pc:docMkLst>
    </pc:docChg>
  </pc:docChgLst>
  <pc:docChgLst>
    <pc:chgData name="Daniel Oliveira" userId="S::doliveira24@ua.pt::caaed474-cd89-493b-94d2-ec114fb9218c" providerId="AD" clId="Web-{1B72504C-13C2-7E83-A9CB-8DF004E09924}"/>
    <pc:docChg chg="modSld">
      <pc:chgData name="Daniel Oliveira" userId="S::doliveira24@ua.pt::caaed474-cd89-493b-94d2-ec114fb9218c" providerId="AD" clId="Web-{1B72504C-13C2-7E83-A9CB-8DF004E09924}" dt="2026-02-20T20:52:23.021" v="114" actId="20577"/>
      <pc:docMkLst>
        <pc:docMk/>
      </pc:docMkLst>
    </pc:docChg>
  </pc:docChgLst>
  <pc:docChgLst>
    <pc:chgData name="Ricardo Carmo" userId="S::ricardomlcarmo@ua.pt::f418907a-63fe-454f-9a71-397bf9c8357a" providerId="AD" clId="Web-{BEC595FB-C5A6-5507-E10D-479E6C058E7F}"/>
    <pc:docChg chg="modSld">
      <pc:chgData name="Ricardo Carmo" userId="S::ricardomlcarmo@ua.pt::f418907a-63fe-454f-9a71-397bf9c8357a" providerId="AD" clId="Web-{BEC595FB-C5A6-5507-E10D-479E6C058E7F}" dt="2026-03-17T23:45:01.980" v="26" actId="20577"/>
      <pc:docMkLst>
        <pc:docMk/>
      </pc:docMkLst>
      <pc:sldChg chg="addSp">
        <pc:chgData name="Ricardo Carmo" userId="S::ricardomlcarmo@ua.pt::f418907a-63fe-454f-9a71-397bf9c8357a" providerId="AD" clId="Web-{BEC595FB-C5A6-5507-E10D-479E6C058E7F}" dt="2026-03-17T23:24:58.342" v="2"/>
        <pc:sldMkLst>
          <pc:docMk/>
          <pc:sldMk cId="1105661959" sldId="275"/>
        </pc:sldMkLst>
        <pc:cxnChg chg="add">
          <ac:chgData name="Ricardo Carmo" userId="S::ricardomlcarmo@ua.pt::f418907a-63fe-454f-9a71-397bf9c8357a" providerId="AD" clId="Web-{BEC595FB-C5A6-5507-E10D-479E6C058E7F}" dt="2026-03-17T23:24:58.342" v="2"/>
          <ac:cxnSpMkLst>
            <pc:docMk/>
            <pc:sldMk cId="1105661959" sldId="275"/>
            <ac:cxnSpMk id="6" creationId="{F79D1E5C-A44D-CB95-A27C-24627A4F5552}"/>
          </ac:cxnSpMkLst>
        </pc:cxnChg>
      </pc:sldChg>
      <pc:sldChg chg="addSp">
        <pc:chgData name="Ricardo Carmo" userId="S::ricardomlcarmo@ua.pt::f418907a-63fe-454f-9a71-397bf9c8357a" providerId="AD" clId="Web-{BEC595FB-C5A6-5507-E10D-479E6C058E7F}" dt="2026-03-17T23:25:03.295" v="5"/>
        <pc:sldMkLst>
          <pc:docMk/>
          <pc:sldMk cId="1722739883" sldId="276"/>
        </pc:sldMkLst>
        <pc:cxnChg chg="add">
          <ac:chgData name="Ricardo Carmo" userId="S::ricardomlcarmo@ua.pt::f418907a-63fe-454f-9a71-397bf9c8357a" providerId="AD" clId="Web-{BEC595FB-C5A6-5507-E10D-479E6C058E7F}" dt="2026-03-17T23:25:03.295" v="5"/>
          <ac:cxnSpMkLst>
            <pc:docMk/>
            <pc:sldMk cId="1722739883" sldId="276"/>
            <ac:cxnSpMk id="6" creationId="{7C59C8D6-1F75-49CF-853B-9B2F7FEE76CF}"/>
          </ac:cxnSpMkLst>
        </pc:cxnChg>
      </pc:sldChg>
      <pc:sldChg chg="modSp">
        <pc:chgData name="Ricardo Carmo" userId="S::ricardomlcarmo@ua.pt::f418907a-63fe-454f-9a71-397bf9c8357a" providerId="AD" clId="Web-{BEC595FB-C5A6-5507-E10D-479E6C058E7F}" dt="2026-03-17T23:30:55.906" v="23" actId="1076"/>
        <pc:sldMkLst>
          <pc:docMk/>
          <pc:sldMk cId="166703049" sldId="278"/>
        </pc:sldMkLst>
        <pc:spChg chg="mod">
          <ac:chgData name="Ricardo Carmo" userId="S::ricardomlcarmo@ua.pt::f418907a-63fe-454f-9a71-397bf9c8357a" providerId="AD" clId="Web-{BEC595FB-C5A6-5507-E10D-479E6C058E7F}" dt="2026-03-17T23:30:42.296" v="21" actId="1076"/>
          <ac:spMkLst>
            <pc:docMk/>
            <pc:sldMk cId="166703049" sldId="278"/>
            <ac:spMk id="27" creationId="{BAF815C2-D318-34A0-9401-E908ABB64CB4}"/>
          </ac:spMkLst>
        </pc:spChg>
        <pc:spChg chg="mod">
          <ac:chgData name="Ricardo Carmo" userId="S::ricardomlcarmo@ua.pt::f418907a-63fe-454f-9a71-397bf9c8357a" providerId="AD" clId="Web-{BEC595FB-C5A6-5507-E10D-479E6C058E7F}" dt="2026-03-17T23:30:55.906" v="23" actId="1076"/>
          <ac:spMkLst>
            <pc:docMk/>
            <pc:sldMk cId="166703049" sldId="278"/>
            <ac:spMk id="28" creationId="{E69B24FC-8F92-BFE9-D5FF-584356BE9CF6}"/>
          </ac:spMkLst>
        </pc:spChg>
      </pc:sldChg>
      <pc:sldChg chg="modSp">
        <pc:chgData name="Ricardo Carmo" userId="S::ricardomlcarmo@ua.pt::f418907a-63fe-454f-9a71-397bf9c8357a" providerId="AD" clId="Web-{BEC595FB-C5A6-5507-E10D-479E6C058E7F}" dt="2026-03-17T23:45:01.980" v="26" actId="20577"/>
        <pc:sldMkLst>
          <pc:docMk/>
          <pc:sldMk cId="359400595" sldId="279"/>
        </pc:sldMkLst>
        <pc:spChg chg="mod">
          <ac:chgData name="Ricardo Carmo" userId="S::ricardomlcarmo@ua.pt::f418907a-63fe-454f-9a71-397bf9c8357a" providerId="AD" clId="Web-{BEC595FB-C5A6-5507-E10D-479E6C058E7F}" dt="2026-03-17T23:45:01.980" v="26" actId="20577"/>
          <ac:spMkLst>
            <pc:docMk/>
            <pc:sldMk cId="359400595" sldId="279"/>
            <ac:spMk id="3" creationId="{FBBA6665-0600-59ED-C064-E2340589C796}"/>
          </ac:spMkLst>
        </pc:spChg>
      </pc:sldChg>
      <pc:sldChg chg="modSp">
        <pc:chgData name="Ricardo Carmo" userId="S::ricardomlcarmo@ua.pt::f418907a-63fe-454f-9a71-397bf9c8357a" providerId="AD" clId="Web-{BEC595FB-C5A6-5507-E10D-479E6C058E7F}" dt="2026-03-17T23:28:16.604" v="20" actId="14100"/>
        <pc:sldMkLst>
          <pc:docMk/>
          <pc:sldMk cId="3949499948" sldId="281"/>
        </pc:sldMkLst>
        <pc:spChg chg="mod">
          <ac:chgData name="Ricardo Carmo" userId="S::ricardomlcarmo@ua.pt::f418907a-63fe-454f-9a71-397bf9c8357a" providerId="AD" clId="Web-{BEC595FB-C5A6-5507-E10D-479E6C058E7F}" dt="2026-03-17T23:26:06.846" v="7" actId="1076"/>
          <ac:spMkLst>
            <pc:docMk/>
            <pc:sldMk cId="3949499948" sldId="281"/>
            <ac:spMk id="6" creationId="{5AFCEEE9-B48C-8212-5B74-AFF7158CC11A}"/>
          </ac:spMkLst>
        </pc:spChg>
        <pc:spChg chg="mod">
          <ac:chgData name="Ricardo Carmo" userId="S::ricardomlcarmo@ua.pt::f418907a-63fe-454f-9a71-397bf9c8357a" providerId="AD" clId="Web-{BEC595FB-C5A6-5507-E10D-479E6C058E7F}" dt="2026-03-17T23:27:41.383" v="17" actId="14100"/>
          <ac:spMkLst>
            <pc:docMk/>
            <pc:sldMk cId="3949499948" sldId="281"/>
            <ac:spMk id="7" creationId="{033E7784-37B6-B4E1-E446-91AE0C36088D}"/>
          </ac:spMkLst>
        </pc:spChg>
        <pc:spChg chg="mod">
          <ac:chgData name="Ricardo Carmo" userId="S::ricardomlcarmo@ua.pt::f418907a-63fe-454f-9a71-397bf9c8357a" providerId="AD" clId="Web-{BEC595FB-C5A6-5507-E10D-479E6C058E7F}" dt="2026-03-17T23:27:58.259" v="19" actId="1076"/>
          <ac:spMkLst>
            <pc:docMk/>
            <pc:sldMk cId="3949499948" sldId="281"/>
            <ac:spMk id="11" creationId="{00000000-0000-0000-0000-000000000000}"/>
          </ac:spMkLst>
        </pc:spChg>
        <pc:spChg chg="mod">
          <ac:chgData name="Ricardo Carmo" userId="S::ricardomlcarmo@ua.pt::f418907a-63fe-454f-9a71-397bf9c8357a" providerId="AD" clId="Web-{BEC595FB-C5A6-5507-E10D-479E6C058E7F}" dt="2026-03-17T23:28:16.604" v="20" actId="14100"/>
          <ac:spMkLst>
            <pc:docMk/>
            <pc:sldMk cId="3949499948" sldId="281"/>
            <ac:spMk id="13" creationId="{B4750190-7F8E-FFA6-EBBC-5087C08CE60A}"/>
          </ac:spMkLst>
        </pc:spChg>
        <pc:picChg chg="mod">
          <ac:chgData name="Ricardo Carmo" userId="S::ricardomlcarmo@ua.pt::f418907a-63fe-454f-9a71-397bf9c8357a" providerId="AD" clId="Web-{BEC595FB-C5A6-5507-E10D-479E6C058E7F}" dt="2026-03-17T23:27:08.881" v="14" actId="1076"/>
          <ac:picMkLst>
            <pc:docMk/>
            <pc:sldMk cId="3949499948" sldId="281"/>
            <ac:picMk id="2" creationId="{4F393C72-5018-5F58-2F8B-B1AEE3486B00}"/>
          </ac:picMkLst>
        </pc:picChg>
        <pc:picChg chg="mod">
          <ac:chgData name="Ricardo Carmo" userId="S::ricardomlcarmo@ua.pt::f418907a-63fe-454f-9a71-397bf9c8357a" providerId="AD" clId="Web-{BEC595FB-C5A6-5507-E10D-479E6C058E7F}" dt="2026-03-17T23:27:15.929" v="16" actId="1076"/>
          <ac:picMkLst>
            <pc:docMk/>
            <pc:sldMk cId="3949499948" sldId="281"/>
            <ac:picMk id="15" creationId="{FBF6D400-A35B-1A90-F191-E371A47274D2}"/>
          </ac:picMkLst>
        </pc:picChg>
      </pc:sldChg>
      <pc:sldChg chg="addSp">
        <pc:chgData name="Ricardo Carmo" userId="S::ricardomlcarmo@ua.pt::f418907a-63fe-454f-9a71-397bf9c8357a" providerId="AD" clId="Web-{BEC595FB-C5A6-5507-E10D-479E6C058E7F}" dt="2026-03-17T23:24:53.029" v="0"/>
        <pc:sldMkLst>
          <pc:docMk/>
          <pc:sldMk cId="4237580014" sldId="283"/>
        </pc:sldMkLst>
        <pc:cxnChg chg="add">
          <ac:chgData name="Ricardo Carmo" userId="S::ricardomlcarmo@ua.pt::f418907a-63fe-454f-9a71-397bf9c8357a" providerId="AD" clId="Web-{BEC595FB-C5A6-5507-E10D-479E6C058E7F}" dt="2026-03-17T23:24:53.029" v="0"/>
          <ac:cxnSpMkLst>
            <pc:docMk/>
            <pc:sldMk cId="4237580014" sldId="283"/>
            <ac:cxnSpMk id="6" creationId="{DBEF531B-4C7B-E5BE-797A-1F34B574479D}"/>
          </ac:cxnSpMkLst>
        </pc:cxnChg>
      </pc:sldChg>
      <pc:sldChg chg="addSp">
        <pc:chgData name="Ricardo Carmo" userId="S::ricardomlcarmo@ua.pt::f418907a-63fe-454f-9a71-397bf9c8357a" providerId="AD" clId="Web-{BEC595FB-C5A6-5507-E10D-479E6C058E7F}" dt="2026-03-17T23:25:00.498" v="3"/>
        <pc:sldMkLst>
          <pc:docMk/>
          <pc:sldMk cId="2222411278" sldId="284"/>
        </pc:sldMkLst>
        <pc:cxnChg chg="add">
          <ac:chgData name="Ricardo Carmo" userId="S::ricardomlcarmo@ua.pt::f418907a-63fe-454f-9a71-397bf9c8357a" providerId="AD" clId="Web-{BEC595FB-C5A6-5507-E10D-479E6C058E7F}" dt="2026-03-17T23:25:00.498" v="3"/>
          <ac:cxnSpMkLst>
            <pc:docMk/>
            <pc:sldMk cId="2222411278" sldId="284"/>
            <ac:cxnSpMk id="5" creationId="{CD2BB4EE-5617-32FB-67FB-43DE40674F7B}"/>
          </ac:cxnSpMkLst>
        </pc:cxnChg>
      </pc:sldChg>
      <pc:sldChg chg="addSp">
        <pc:chgData name="Ricardo Carmo" userId="S::ricardomlcarmo@ua.pt::f418907a-63fe-454f-9a71-397bf9c8357a" providerId="AD" clId="Web-{BEC595FB-C5A6-5507-E10D-479E6C058E7F}" dt="2026-03-17T23:25:02.076" v="4"/>
        <pc:sldMkLst>
          <pc:docMk/>
          <pc:sldMk cId="4223472055" sldId="286"/>
        </pc:sldMkLst>
        <pc:cxnChg chg="add">
          <ac:chgData name="Ricardo Carmo" userId="S::ricardomlcarmo@ua.pt::f418907a-63fe-454f-9a71-397bf9c8357a" providerId="AD" clId="Web-{BEC595FB-C5A6-5507-E10D-479E6C058E7F}" dt="2026-03-17T23:25:02.076" v="4"/>
          <ac:cxnSpMkLst>
            <pc:docMk/>
            <pc:sldMk cId="4223472055" sldId="286"/>
            <ac:cxnSpMk id="7" creationId="{C3473285-F99C-5F8B-083C-14FE859831B3}"/>
          </ac:cxnSpMkLst>
        </pc:cxnChg>
      </pc:sldChg>
      <pc:sldChg chg="addSp modSp">
        <pc:chgData name="Ricardo Carmo" userId="S::ricardomlcarmo@ua.pt::f418907a-63fe-454f-9a71-397bf9c8357a" providerId="AD" clId="Web-{BEC595FB-C5A6-5507-E10D-479E6C058E7F}" dt="2026-03-17T23:25:29.530" v="6" actId="1076"/>
        <pc:sldMkLst>
          <pc:docMk/>
          <pc:sldMk cId="4056050902" sldId="287"/>
        </pc:sldMkLst>
        <pc:picChg chg="mod">
          <ac:chgData name="Ricardo Carmo" userId="S::ricardomlcarmo@ua.pt::f418907a-63fe-454f-9a71-397bf9c8357a" providerId="AD" clId="Web-{BEC595FB-C5A6-5507-E10D-479E6C058E7F}" dt="2026-03-17T23:25:29.530" v="6" actId="1076"/>
          <ac:picMkLst>
            <pc:docMk/>
            <pc:sldMk cId="4056050902" sldId="287"/>
            <ac:picMk id="9" creationId="{2BA31F90-5CDD-9DBD-50EA-F1F299A4F068}"/>
          </ac:picMkLst>
        </pc:picChg>
        <pc:cxnChg chg="add">
          <ac:chgData name="Ricardo Carmo" userId="S::ricardomlcarmo@ua.pt::f418907a-63fe-454f-9a71-397bf9c8357a" providerId="AD" clId="Web-{BEC595FB-C5A6-5507-E10D-479E6C058E7F}" dt="2026-03-17T23:24:56.123" v="1"/>
          <ac:cxnSpMkLst>
            <pc:docMk/>
            <pc:sldMk cId="4056050902" sldId="287"/>
            <ac:cxnSpMk id="5" creationId="{5EF30F96-9AC5-D830-6063-011391F04048}"/>
          </ac:cxnSpMkLst>
        </pc:cxnChg>
      </pc:sldChg>
    </pc:docChg>
  </pc:docChgLst>
  <pc:docChgLst>
    <pc:chgData name="Guest User" userId="S::urn:spo:tenantanon#c1025aae-98b9-4021-b4b6-c201214b884e::" providerId="AD" clId="Web-{FDDC63A2-70A9-74A0-678D-D7DE129A3E87}"/>
    <pc:docChg chg="addSld delSld modSld">
      <pc:chgData name="Guest User" userId="S::urn:spo:tenantanon#c1025aae-98b9-4021-b4b6-c201214b884e::" providerId="AD" clId="Web-{FDDC63A2-70A9-74A0-678D-D7DE129A3E87}" dt="2026-03-15T21:41:51.931" v="35" actId="1076"/>
      <pc:docMkLst>
        <pc:docMk/>
      </pc:docMkLst>
      <pc:sldChg chg="addSp delSp modSp add replId">
        <pc:chgData name="Guest User" userId="S::urn:spo:tenantanon#c1025aae-98b9-4021-b4b6-c201214b884e::" providerId="AD" clId="Web-{FDDC63A2-70A9-74A0-678D-D7DE129A3E87}" dt="2026-03-15T21:40:59.632" v="33" actId="1076"/>
        <pc:sldMkLst>
          <pc:docMk/>
          <pc:sldMk cId="4237580014" sldId="283"/>
        </pc:sldMkLst>
        <pc:spChg chg="mod">
          <ac:chgData name="Guest User" userId="S::urn:spo:tenantanon#c1025aae-98b9-4021-b4b6-c201214b884e::" providerId="AD" clId="Web-{FDDC63A2-70A9-74A0-678D-D7DE129A3E87}" dt="2026-03-15T21:36:21.666" v="10" actId="20577"/>
          <ac:spMkLst>
            <pc:docMk/>
            <pc:sldMk cId="4237580014" sldId="283"/>
            <ac:spMk id="3" creationId="{AC18B6A0-FB58-4E86-CC12-25D6371C736D}"/>
          </ac:spMkLst>
        </pc:spChg>
      </pc:sldChg>
      <pc:sldChg chg="addSp delSp modSp add replId">
        <pc:chgData name="Guest User" userId="S::urn:spo:tenantanon#c1025aae-98b9-4021-b4b6-c201214b884e::" providerId="AD" clId="Web-{FDDC63A2-70A9-74A0-678D-D7DE129A3E87}" dt="2026-03-15T21:41:51.931" v="35" actId="1076"/>
        <pc:sldMkLst>
          <pc:docMk/>
          <pc:sldMk cId="2222411278" sldId="284"/>
        </pc:sldMkLst>
        <pc:spChg chg="mod">
          <ac:chgData name="Guest User" userId="S::urn:spo:tenantanon#c1025aae-98b9-4021-b4b6-c201214b884e::" providerId="AD" clId="Web-{FDDC63A2-70A9-74A0-678D-D7DE129A3E87}" dt="2026-03-15T21:36:39.745" v="21" actId="20577"/>
          <ac:spMkLst>
            <pc:docMk/>
            <pc:sldMk cId="2222411278" sldId="284"/>
            <ac:spMk id="3" creationId="{4778F5E3-E9FD-4EC8-5E3A-C93FA9379B0D}"/>
          </ac:spMkLst>
        </pc:spChg>
      </pc:sldChg>
    </pc:docChg>
  </pc:docChgLst>
  <pc:docChgLst>
    <pc:chgData name="Miguel Mota" userId="S::mota.m@ua.pt::d3167964-8d14-43ee-a90f-7235b8218f59" providerId="AD" clId="Web-{12180C57-2096-3BE4-8DE2-C70DF290B1D3}"/>
    <pc:docChg chg="modSld">
      <pc:chgData name="Miguel Mota" userId="S::mota.m@ua.pt::d3167964-8d14-43ee-a90f-7235b8218f59" providerId="AD" clId="Web-{12180C57-2096-3BE4-8DE2-C70DF290B1D3}" dt="2026-03-15T19:02:42.392" v="109"/>
      <pc:docMkLst>
        <pc:docMk/>
      </pc:docMkLst>
      <pc:sldChg chg="addSp modSp">
        <pc:chgData name="Miguel Mota" userId="S::mota.m@ua.pt::d3167964-8d14-43ee-a90f-7235b8218f59" providerId="AD" clId="Web-{12180C57-2096-3BE4-8DE2-C70DF290B1D3}" dt="2026-03-15T18:48:22.034" v="11" actId="20577"/>
        <pc:sldMkLst>
          <pc:docMk/>
          <pc:sldMk cId="0" sldId="258"/>
        </pc:sldMkLst>
        <pc:spChg chg="add mod">
          <ac:chgData name="Miguel Mota" userId="S::mota.m@ua.pt::d3167964-8d14-43ee-a90f-7235b8218f59" providerId="AD" clId="Web-{12180C57-2096-3BE4-8DE2-C70DF290B1D3}" dt="2026-03-15T18:48:22.034" v="11" actId="20577"/>
          <ac:spMkLst>
            <pc:docMk/>
            <pc:sldMk cId="0" sldId="258"/>
            <ac:spMk id="5" creationId="{34536F21-3852-4AA0-4C0F-CCF07F142F0E}"/>
          </ac:spMkLst>
        </pc:spChg>
      </pc:sldChg>
      <pc:sldChg chg="addSp modSp">
        <pc:chgData name="Miguel Mota" userId="S::mota.m@ua.pt::d3167964-8d14-43ee-a90f-7235b8218f59" providerId="AD" clId="Web-{12180C57-2096-3BE4-8DE2-C70DF290B1D3}" dt="2026-03-15T18:59:10.771" v="97" actId="20577"/>
        <pc:sldMkLst>
          <pc:docMk/>
          <pc:sldMk cId="1105661959" sldId="275"/>
        </pc:sldMkLst>
        <pc:spChg chg="add mod">
          <ac:chgData name="Miguel Mota" userId="S::mota.m@ua.pt::d3167964-8d14-43ee-a90f-7235b8218f59" providerId="AD" clId="Web-{12180C57-2096-3BE4-8DE2-C70DF290B1D3}" dt="2026-03-15T18:49:16.379" v="25" actId="20577"/>
          <ac:spMkLst>
            <pc:docMk/>
            <pc:sldMk cId="1105661959" sldId="275"/>
            <ac:spMk id="2" creationId="{045AD914-F3F2-8601-72B6-2CB215FCB3CB}"/>
          </ac:spMkLst>
        </pc:spChg>
      </pc:sldChg>
      <pc:sldChg chg="addSp modSp">
        <pc:chgData name="Miguel Mota" userId="S::mota.m@ua.pt::d3167964-8d14-43ee-a90f-7235b8218f59" providerId="AD" clId="Web-{12180C57-2096-3BE4-8DE2-C70DF290B1D3}" dt="2026-03-15T18:59:04.505" v="95" actId="1076"/>
        <pc:sldMkLst>
          <pc:docMk/>
          <pc:sldMk cId="1722739883" sldId="276"/>
        </pc:sldMkLst>
        <pc:spChg chg="add mod">
          <ac:chgData name="Miguel Mota" userId="S::mota.m@ua.pt::d3167964-8d14-43ee-a90f-7235b8218f59" providerId="AD" clId="Web-{12180C57-2096-3BE4-8DE2-C70DF290B1D3}" dt="2026-03-15T18:49:51.067" v="31" actId="1076"/>
          <ac:spMkLst>
            <pc:docMk/>
            <pc:sldMk cId="1722739883" sldId="276"/>
            <ac:spMk id="2" creationId="{5685107B-625B-93F8-ADD5-42EC31B571C5}"/>
          </ac:spMkLst>
        </pc:spChg>
      </pc:sldChg>
      <pc:sldChg chg="modSp">
        <pc:chgData name="Miguel Mota" userId="S::mota.m@ua.pt::d3167964-8d14-43ee-a90f-7235b8218f59" providerId="AD" clId="Web-{12180C57-2096-3BE4-8DE2-C70DF290B1D3}" dt="2026-03-15T18:48:38.800" v="13" actId="20577"/>
        <pc:sldMkLst>
          <pc:docMk/>
          <pc:sldMk cId="166703049" sldId="278"/>
        </pc:sldMkLst>
        <pc:spChg chg="mod">
          <ac:chgData name="Miguel Mota" userId="S::mota.m@ua.pt::d3167964-8d14-43ee-a90f-7235b8218f59" providerId="AD" clId="Web-{12180C57-2096-3BE4-8DE2-C70DF290B1D3}" dt="2026-03-15T18:48:38.800" v="13" actId="20577"/>
          <ac:spMkLst>
            <pc:docMk/>
            <pc:sldMk cId="166703049" sldId="278"/>
            <ac:spMk id="14" creationId="{9D4D5B21-2BD1-46AE-8F66-71D9B68B05DA}"/>
          </ac:spMkLst>
        </pc:spChg>
      </pc:sldChg>
      <pc:sldChg chg="modSp">
        <pc:chgData name="Miguel Mota" userId="S::mota.m@ua.pt::d3167964-8d14-43ee-a90f-7235b8218f59" providerId="AD" clId="Web-{12180C57-2096-3BE4-8DE2-C70DF290B1D3}" dt="2026-03-15T18:47:18.626" v="3" actId="20577"/>
        <pc:sldMkLst>
          <pc:docMk/>
          <pc:sldMk cId="359400595" sldId="279"/>
        </pc:sldMkLst>
        <pc:spChg chg="mod">
          <ac:chgData name="Miguel Mota" userId="S::mota.m@ua.pt::d3167964-8d14-43ee-a90f-7235b8218f59" providerId="AD" clId="Web-{12180C57-2096-3BE4-8DE2-C70DF290B1D3}" dt="2026-03-15T18:47:18.626" v="3" actId="20577"/>
          <ac:spMkLst>
            <pc:docMk/>
            <pc:sldMk cId="359400595" sldId="279"/>
            <ac:spMk id="6" creationId="{04A0E6DC-1ED8-D788-19C1-09CBA89F04B4}"/>
          </ac:spMkLst>
        </pc:spChg>
      </pc:sldChg>
    </pc:docChg>
  </pc:docChgLst>
  <pc:docChgLst>
    <pc:chgData name="Daniel Oliveira" userId="S::doliveira24@ua.pt::caaed474-cd89-493b-94d2-ec114fb9218c" providerId="AD" clId="Web-{552345EF-2F66-57C5-CC2F-B534B06DF66D}"/>
    <pc:docChg chg="delSld modSld">
      <pc:chgData name="Daniel Oliveira" userId="S::doliveira24@ua.pt::caaed474-cd89-493b-94d2-ec114fb9218c" providerId="AD" clId="Web-{552345EF-2F66-57C5-CC2F-B534B06DF66D}" dt="2026-02-20T21:18:15.879" v="94"/>
      <pc:docMkLst>
        <pc:docMk/>
      </pc:docMkLst>
    </pc:docChg>
  </pc:docChgLst>
  <pc:docChgLst>
    <pc:chgData name="Guest User" userId="S::urn:spo:tenantanon#c1025aae-98b9-4021-b4b6-c201214b884e::" providerId="AD" clId="Web-{2D6107A1-1A33-4F99-A233-E02BBFB59D28}"/>
    <pc:docChg chg="delSld modSld">
      <pc:chgData name="Guest User" userId="S::urn:spo:tenantanon#c1025aae-98b9-4021-b4b6-c201214b884e::" providerId="AD" clId="Web-{2D6107A1-1A33-4F99-A233-E02BBFB59D28}" dt="2026-02-20T23:24:33.950" v="665"/>
      <pc:docMkLst>
        <pc:docMk/>
      </pc:docMkLst>
    </pc:docChg>
  </pc:docChgLst>
  <pc:docChgLst>
    <pc:chgData name="Daniel Oliveira" userId="S::doliveira24@ua.pt::caaed474-cd89-493b-94d2-ec114fb9218c" providerId="AD" clId="Web-{90538212-CBA3-6B79-F8AB-89818D06A588}"/>
    <pc:docChg chg="modSld">
      <pc:chgData name="Daniel Oliveira" userId="S::doliveira24@ua.pt::caaed474-cd89-493b-94d2-ec114fb9218c" providerId="AD" clId="Web-{90538212-CBA3-6B79-F8AB-89818D06A588}" dt="2026-03-17T23:37:14.518" v="151" actId="20577"/>
      <pc:docMkLst>
        <pc:docMk/>
      </pc:docMkLst>
      <pc:sldChg chg="addSp delSp modSp">
        <pc:chgData name="Daniel Oliveira" userId="S::doliveira24@ua.pt::caaed474-cd89-493b-94d2-ec114fb9218c" providerId="AD" clId="Web-{90538212-CBA3-6B79-F8AB-89818D06A588}" dt="2026-03-17T23:33:50.448" v="134" actId="20577"/>
        <pc:sldMkLst>
          <pc:docMk/>
          <pc:sldMk cId="166703049" sldId="278"/>
        </pc:sldMkLst>
        <pc:spChg chg="mod">
          <ac:chgData name="Daniel Oliveira" userId="S::doliveira24@ua.pt::caaed474-cd89-493b-94d2-ec114fb9218c" providerId="AD" clId="Web-{90538212-CBA3-6B79-F8AB-89818D06A588}" dt="2026-03-17T23:22:30.792" v="39" actId="1076"/>
          <ac:spMkLst>
            <pc:docMk/>
            <pc:sldMk cId="166703049" sldId="278"/>
            <ac:spMk id="3" creationId="{3AAF0D40-DA8F-CD45-1801-0E0D8038FBF0}"/>
          </ac:spMkLst>
        </pc:spChg>
        <pc:spChg chg="mod">
          <ac:chgData name="Daniel Oliveira" userId="S::doliveira24@ua.pt::caaed474-cd89-493b-94d2-ec114fb9218c" providerId="AD" clId="Web-{90538212-CBA3-6B79-F8AB-89818D06A588}" dt="2026-03-17T23:22:30.808" v="40" actId="1076"/>
          <ac:spMkLst>
            <pc:docMk/>
            <pc:sldMk cId="166703049" sldId="278"/>
            <ac:spMk id="4" creationId="{EBBD08FD-B4C2-AB0A-A239-5F2F299D3E28}"/>
          </ac:spMkLst>
        </pc:spChg>
        <pc:spChg chg="mod">
          <ac:chgData name="Daniel Oliveira" userId="S::doliveira24@ua.pt::caaed474-cd89-493b-94d2-ec114fb9218c" providerId="AD" clId="Web-{90538212-CBA3-6B79-F8AB-89818D06A588}" dt="2026-03-17T23:20:09.804" v="14" actId="14100"/>
          <ac:spMkLst>
            <pc:docMk/>
            <pc:sldMk cId="166703049" sldId="278"/>
            <ac:spMk id="13" creationId="{646483A9-7841-CFEA-0E96-2E00C669150E}"/>
          </ac:spMkLst>
        </pc:spChg>
        <pc:spChg chg="add del mod">
          <ac:chgData name="Daniel Oliveira" userId="S::doliveira24@ua.pt::caaed474-cd89-493b-94d2-ec114fb9218c" providerId="AD" clId="Web-{90538212-CBA3-6B79-F8AB-89818D06A588}" dt="2026-03-17T23:21:32.197" v="26"/>
          <ac:spMkLst>
            <pc:docMk/>
            <pc:sldMk cId="166703049" sldId="278"/>
            <ac:spMk id="19" creationId="{D08BADBD-3372-3810-CA34-85FBCCA1A61E}"/>
          </ac:spMkLst>
        </pc:spChg>
        <pc:spChg chg="add mod">
          <ac:chgData name="Daniel Oliveira" userId="S::doliveira24@ua.pt::caaed474-cd89-493b-94d2-ec114fb9218c" providerId="AD" clId="Web-{90538212-CBA3-6B79-F8AB-89818D06A588}" dt="2026-03-17T23:25:58.859" v="48" actId="14100"/>
          <ac:spMkLst>
            <pc:docMk/>
            <pc:sldMk cId="166703049" sldId="278"/>
            <ac:spMk id="20" creationId="{C8173843-FA8C-3018-B505-62B477FF1363}"/>
          </ac:spMkLst>
        </pc:spChg>
        <pc:spChg chg="add mod">
          <ac:chgData name="Daniel Oliveira" userId="S::doliveira24@ua.pt::caaed474-cd89-493b-94d2-ec114fb9218c" providerId="AD" clId="Web-{90538212-CBA3-6B79-F8AB-89818D06A588}" dt="2026-03-17T23:26:37.375" v="55" actId="1076"/>
          <ac:spMkLst>
            <pc:docMk/>
            <pc:sldMk cId="166703049" sldId="278"/>
            <ac:spMk id="21" creationId="{A90A59A4-B844-F6DB-C490-BEEDFB697F6D}"/>
          </ac:spMkLst>
        </pc:spChg>
        <pc:spChg chg="mod">
          <ac:chgData name="Daniel Oliveira" userId="S::doliveira24@ua.pt::caaed474-cd89-493b-94d2-ec114fb9218c" providerId="AD" clId="Web-{90538212-CBA3-6B79-F8AB-89818D06A588}" dt="2026-03-17T23:22:46.293" v="41" actId="1076"/>
          <ac:spMkLst>
            <pc:docMk/>
            <pc:sldMk cId="166703049" sldId="278"/>
            <ac:spMk id="22" creationId="{79D27D2F-7E8E-0572-F787-F68F3F6C068F}"/>
          </ac:spMkLst>
        </pc:spChg>
        <pc:spChg chg="mod">
          <ac:chgData name="Daniel Oliveira" userId="S::doliveira24@ua.pt::caaed474-cd89-493b-94d2-ec114fb9218c" providerId="AD" clId="Web-{90538212-CBA3-6B79-F8AB-89818D06A588}" dt="2026-03-17T23:22:46.293" v="42" actId="1076"/>
          <ac:spMkLst>
            <pc:docMk/>
            <pc:sldMk cId="166703049" sldId="278"/>
            <ac:spMk id="23" creationId="{8B6AE684-689F-7156-EFE6-B1CD5D7CFD9C}"/>
          </ac:spMkLst>
        </pc:spChg>
        <pc:spChg chg="add mod">
          <ac:chgData name="Daniel Oliveira" userId="S::doliveira24@ua.pt::caaed474-cd89-493b-94d2-ec114fb9218c" providerId="AD" clId="Web-{90538212-CBA3-6B79-F8AB-89818D06A588}" dt="2026-03-17T23:33:03.742" v="118" actId="688"/>
          <ac:spMkLst>
            <pc:docMk/>
            <pc:sldMk cId="166703049" sldId="278"/>
            <ac:spMk id="24" creationId="{8EF008D2-CC44-7E2C-287C-F2D7A24CCD23}"/>
          </ac:spMkLst>
        </pc:spChg>
        <pc:spChg chg="add mod">
          <ac:chgData name="Daniel Oliveira" userId="S::doliveira24@ua.pt::caaed474-cd89-493b-94d2-ec114fb9218c" providerId="AD" clId="Web-{90538212-CBA3-6B79-F8AB-89818D06A588}" dt="2026-03-17T23:27:39.376" v="65" actId="1076"/>
          <ac:spMkLst>
            <pc:docMk/>
            <pc:sldMk cId="166703049" sldId="278"/>
            <ac:spMk id="33" creationId="{B1D31F4F-4DC9-AF25-8492-82B59C196627}"/>
          </ac:spMkLst>
        </pc:spChg>
        <pc:spChg chg="add mod">
          <ac:chgData name="Daniel Oliveira" userId="S::doliveira24@ua.pt::caaed474-cd89-493b-94d2-ec114fb9218c" providerId="AD" clId="Web-{90538212-CBA3-6B79-F8AB-89818D06A588}" dt="2026-03-17T23:27:47.595" v="67" actId="1076"/>
          <ac:spMkLst>
            <pc:docMk/>
            <pc:sldMk cId="166703049" sldId="278"/>
            <ac:spMk id="34" creationId="{3C2387FC-FA51-77AB-7A18-91D4241C0670}"/>
          </ac:spMkLst>
        </pc:spChg>
        <pc:spChg chg="add mod">
          <ac:chgData name="Daniel Oliveira" userId="S::doliveira24@ua.pt::caaed474-cd89-493b-94d2-ec114fb9218c" providerId="AD" clId="Web-{90538212-CBA3-6B79-F8AB-89818D06A588}" dt="2026-03-17T23:29:15.409" v="103" actId="20577"/>
          <ac:spMkLst>
            <pc:docMk/>
            <pc:sldMk cId="166703049" sldId="278"/>
            <ac:spMk id="35" creationId="{70C3D858-612B-F2A0-7730-A5A240DA036C}"/>
          </ac:spMkLst>
        </pc:spChg>
        <pc:spChg chg="add mod">
          <ac:chgData name="Daniel Oliveira" userId="S::doliveira24@ua.pt::caaed474-cd89-493b-94d2-ec114fb9218c" providerId="AD" clId="Web-{90538212-CBA3-6B79-F8AB-89818D06A588}" dt="2026-03-17T23:33:50.448" v="134" actId="20577"/>
          <ac:spMkLst>
            <pc:docMk/>
            <pc:sldMk cId="166703049" sldId="278"/>
            <ac:spMk id="36" creationId="{B175C08A-6CB0-54A2-54EE-5FEC9B2ACD9D}"/>
          </ac:spMkLst>
        </pc:spChg>
        <pc:spChg chg="add mod">
          <ac:chgData name="Daniel Oliveira" userId="S::doliveira24@ua.pt::caaed474-cd89-493b-94d2-ec114fb9218c" providerId="AD" clId="Web-{90538212-CBA3-6B79-F8AB-89818D06A588}" dt="2026-03-17T23:33:12.133" v="121" actId="20577"/>
          <ac:spMkLst>
            <pc:docMk/>
            <pc:sldMk cId="166703049" sldId="278"/>
            <ac:spMk id="37" creationId="{E72E9FA8-BBE8-EC8F-5743-07C170359E2E}"/>
          </ac:spMkLst>
        </pc:spChg>
        <pc:cxnChg chg="add del">
          <ac:chgData name="Daniel Oliveira" userId="S::doliveira24@ua.pt::caaed474-cd89-493b-94d2-ec114fb9218c" providerId="AD" clId="Web-{90538212-CBA3-6B79-F8AB-89818D06A588}" dt="2026-03-17T23:18:42.708" v="1"/>
          <ac:cxnSpMkLst>
            <pc:docMk/>
            <pc:sldMk cId="166703049" sldId="278"/>
            <ac:cxnSpMk id="16" creationId="{9D04F62E-FE82-204C-629B-B468B2D6CDDA}"/>
          </ac:cxnSpMkLst>
        </pc:cxnChg>
        <pc:cxnChg chg="add del mod">
          <ac:chgData name="Daniel Oliveira" userId="S::doliveira24@ua.pt::caaed474-cd89-493b-94d2-ec114fb9218c" providerId="AD" clId="Web-{90538212-CBA3-6B79-F8AB-89818D06A588}" dt="2026-03-17T23:19:27.303" v="10"/>
          <ac:cxnSpMkLst>
            <pc:docMk/>
            <pc:sldMk cId="166703049" sldId="278"/>
            <ac:cxnSpMk id="17" creationId="{B1615923-B4DA-C9BD-0801-5005241FC536}"/>
          </ac:cxnSpMkLst>
        </pc:cxnChg>
        <pc:cxnChg chg="add del mod">
          <ac:chgData name="Daniel Oliveira" userId="S::doliveira24@ua.pt::caaed474-cd89-493b-94d2-ec114fb9218c" providerId="AD" clId="Web-{90538212-CBA3-6B79-F8AB-89818D06A588}" dt="2026-03-17T23:20:42.430" v="18"/>
          <ac:cxnSpMkLst>
            <pc:docMk/>
            <pc:sldMk cId="166703049" sldId="278"/>
            <ac:cxnSpMk id="18" creationId="{BA43EA6E-7B02-690A-A431-3A2555E38D42}"/>
          </ac:cxnSpMkLst>
        </pc:cxnChg>
      </pc:sldChg>
      <pc:sldChg chg="addSp delSp modSp">
        <pc:chgData name="Daniel Oliveira" userId="S::doliveira24@ua.pt::caaed474-cd89-493b-94d2-ec114fb9218c" providerId="AD" clId="Web-{90538212-CBA3-6B79-F8AB-89818D06A588}" dt="2026-03-17T23:37:14.518" v="151" actId="20577"/>
        <pc:sldMkLst>
          <pc:docMk/>
          <pc:sldMk cId="4056050902" sldId="287"/>
        </pc:sldMkLst>
        <pc:spChg chg="add del mod">
          <ac:chgData name="Daniel Oliveira" userId="S::doliveira24@ua.pt::caaed474-cd89-493b-94d2-ec114fb9218c" providerId="AD" clId="Web-{90538212-CBA3-6B79-F8AB-89818D06A588}" dt="2026-03-17T23:35:53.047" v="146"/>
          <ac:spMkLst>
            <pc:docMk/>
            <pc:sldMk cId="4056050902" sldId="287"/>
            <ac:spMk id="2" creationId="{94C4446F-1064-7DFA-CC38-892FE80710EB}"/>
          </ac:spMkLst>
        </pc:spChg>
        <pc:spChg chg="mod">
          <ac:chgData name="Daniel Oliveira" userId="S::doliveira24@ua.pt::caaed474-cd89-493b-94d2-ec114fb9218c" providerId="AD" clId="Web-{90538212-CBA3-6B79-F8AB-89818D06A588}" dt="2026-03-17T23:37:14.518" v="151" actId="20577"/>
          <ac:spMkLst>
            <pc:docMk/>
            <pc:sldMk cId="4056050902" sldId="287"/>
            <ac:spMk id="8" creationId="{B8D0AE47-5F30-7AA2-0725-2AEEF6B37D70}"/>
          </ac:spMkLst>
        </pc:spChg>
        <pc:cxnChg chg="mod">
          <ac:chgData name="Daniel Oliveira" userId="S::doliveira24@ua.pt::caaed474-cd89-493b-94d2-ec114fb9218c" providerId="AD" clId="Web-{90538212-CBA3-6B79-F8AB-89818D06A588}" dt="2026-03-17T23:34:32.559" v="136" actId="1076"/>
          <ac:cxnSpMkLst>
            <pc:docMk/>
            <pc:sldMk cId="4056050902" sldId="287"/>
            <ac:cxnSpMk id="10" creationId="{E7766099-B0EA-F9BF-F702-5112A4A94BFB}"/>
          </ac:cxnSpMkLst>
        </pc:cxnChg>
      </pc:sldChg>
    </pc:docChg>
  </pc:docChgLst>
  <pc:docChgLst>
    <pc:chgData name="Utilizador Convidado" userId="S::urn:spo:tenantanon#c1025aae-98b9-4021-b4b6-c201214b884e::" providerId="AD" clId="Web-{C156A5C2-C09B-E43E-2123-3F04B4FB0C2C}"/>
    <pc:docChg chg="addSld modSld sldOrd">
      <pc:chgData name="Utilizador Convidado" userId="S::urn:spo:tenantanon#c1025aae-98b9-4021-b4b6-c201214b884e::" providerId="AD" clId="Web-{C156A5C2-C09B-E43E-2123-3F04B4FB0C2C}" dt="2026-03-03T11:25:58.542" v="6" actId="14100"/>
      <pc:docMkLst>
        <pc:docMk/>
      </pc:docMkLst>
    </pc:docChg>
  </pc:docChgLst>
  <pc:docChgLst>
    <pc:chgData name="Utilizador Convidado" userId="S::urn:spo:tenantanon#c1025aae-98b9-4021-b4b6-c201214b884e::" providerId="AD" clId="Web-{7342BCC4-E0AA-AF90-AE7C-9124908F7717}"/>
    <pc:docChg chg="modSld">
      <pc:chgData name="Utilizador Convidado" userId="S::urn:spo:tenantanon#c1025aae-98b9-4021-b4b6-c201214b884e::" providerId="AD" clId="Web-{7342BCC4-E0AA-AF90-AE7C-9124908F7717}" dt="2026-03-03T17:15:21.710" v="10"/>
      <pc:docMkLst>
        <pc:docMk/>
      </pc:docMkLst>
    </pc:docChg>
  </pc:docChgLst>
  <pc:docChgLst>
    <pc:chgData name="Ricardo Carmo" userId="S::ricardomlcarmo@ua.pt::f418907a-63fe-454f-9a71-397bf9c8357a" providerId="AD" clId="Web-{F0532EC7-E44D-2023-47B9-D0361A249A22}"/>
    <pc:docChg chg="mod delSld modSld">
      <pc:chgData name="Ricardo Carmo" userId="S::ricardomlcarmo@ua.pt::f418907a-63fe-454f-9a71-397bf9c8357a" providerId="AD" clId="Web-{F0532EC7-E44D-2023-47B9-D0361A249A22}" dt="2026-03-15T15:49:04.696" v="2"/>
      <pc:docMkLst>
        <pc:docMk/>
      </pc:docMkLst>
    </pc:docChg>
  </pc:docChgLst>
  <pc:docChgLst>
    <pc:chgData name="Utilizador Convidado" userId="S::urn:spo:tenantanon#c1025aae-98b9-4021-b4b6-c201214b884e::" providerId="AD" clId="Web-{20267BCE-A561-35F5-78BD-806FDF7E0E2D}"/>
    <pc:docChg chg="modSld sldOrd">
      <pc:chgData name="Utilizador Convidado" userId="S::urn:spo:tenantanon#c1025aae-98b9-4021-b4b6-c201214b884e::" providerId="AD" clId="Web-{20267BCE-A561-35F5-78BD-806FDF7E0E2D}" dt="2026-03-17T14:43:48.191" v="25" actId="1076"/>
      <pc:docMkLst>
        <pc:docMk/>
      </pc:docMkLst>
      <pc:sldChg chg="addSp delSp modSp ord addAnim">
        <pc:chgData name="Utilizador Convidado" userId="S::urn:spo:tenantanon#c1025aae-98b9-4021-b4b6-c201214b884e::" providerId="AD" clId="Web-{20267BCE-A561-35F5-78BD-806FDF7E0E2D}" dt="2026-03-17T14:43:48.191" v="25" actId="1076"/>
        <pc:sldMkLst>
          <pc:docMk/>
          <pc:sldMk cId="1105661959" sldId="275"/>
        </pc:sldMkLst>
        <pc:spChg chg="del">
          <ac:chgData name="Utilizador Convidado" userId="S::urn:spo:tenantanon#c1025aae-98b9-4021-b4b6-c201214b884e::" providerId="AD" clId="Web-{20267BCE-A561-35F5-78BD-806FDF7E0E2D}" dt="2026-03-17T14:33:18.122" v="15"/>
          <ac:spMkLst>
            <pc:docMk/>
            <pc:sldMk cId="1105661959" sldId="275"/>
            <ac:spMk id="4" creationId="{B1FF66A0-182C-1BFF-2254-B98CFE1E7E5A}"/>
          </ac:spMkLst>
        </pc:spChg>
        <pc:picChg chg="add mod">
          <ac:chgData name="Utilizador Convidado" userId="S::urn:spo:tenantanon#c1025aae-98b9-4021-b4b6-c201214b884e::" providerId="AD" clId="Web-{20267BCE-A561-35F5-78BD-806FDF7E0E2D}" dt="2026-03-17T14:43:48.191" v="25" actId="1076"/>
          <ac:picMkLst>
            <pc:docMk/>
            <pc:sldMk cId="1105661959" sldId="275"/>
            <ac:picMk id="5" creationId="{B8BDD84C-164D-AE09-7053-49DA32EF2889}"/>
          </ac:picMkLst>
        </pc:picChg>
      </pc:sldChg>
      <pc:sldChg chg="addSp delSp modSp addAnim">
        <pc:chgData name="Utilizador Convidado" userId="S::urn:spo:tenantanon#c1025aae-98b9-4021-b4b6-c201214b884e::" providerId="AD" clId="Web-{20267BCE-A561-35F5-78BD-806FDF7E0E2D}" dt="2026-03-17T14:43:29.879" v="23" actId="1076"/>
        <pc:sldMkLst>
          <pc:docMk/>
          <pc:sldMk cId="1722739883" sldId="276"/>
        </pc:sldMkLst>
        <pc:spChg chg="del">
          <ac:chgData name="Utilizador Convidado" userId="S::urn:spo:tenantanon#c1025aae-98b9-4021-b4b6-c201214b884e::" providerId="AD" clId="Web-{20267BCE-A561-35F5-78BD-806FDF7E0E2D}" dt="2026-03-17T14:43:04.144" v="18"/>
          <ac:spMkLst>
            <pc:docMk/>
            <pc:sldMk cId="1722739883" sldId="276"/>
            <ac:spMk id="4" creationId="{9202116B-5354-E0D9-DD9A-0F6AB0859157}"/>
          </ac:spMkLst>
        </pc:spChg>
        <pc:spChg chg="add del mod">
          <ac:chgData name="Utilizador Convidado" userId="S::urn:spo:tenantanon#c1025aae-98b9-4021-b4b6-c201214b884e::" providerId="AD" clId="Web-{20267BCE-A561-35F5-78BD-806FDF7E0E2D}" dt="2026-03-17T14:43:14.206" v="21"/>
          <ac:spMkLst>
            <pc:docMk/>
            <pc:sldMk cId="1722739883" sldId="276"/>
            <ac:spMk id="5" creationId="{48D9F478-269F-E567-CF14-B06F4A2811B2}"/>
          </ac:spMkLst>
        </pc:spChg>
        <pc:picChg chg="add mod">
          <ac:chgData name="Utilizador Convidado" userId="S::urn:spo:tenantanon#c1025aae-98b9-4021-b4b6-c201214b884e::" providerId="AD" clId="Web-{20267BCE-A561-35F5-78BD-806FDF7E0E2D}" dt="2026-03-17T14:43:29.879" v="23" actId="1076"/>
          <ac:picMkLst>
            <pc:docMk/>
            <pc:sldMk cId="1722739883" sldId="276"/>
            <ac:picMk id="6" creationId="{3B21DB5A-F736-3F93-79FE-95B31D357E9A}"/>
          </ac:picMkLst>
        </pc:picChg>
      </pc:sldChg>
      <pc:sldChg chg="addSp delSp modSp ord">
        <pc:chgData name="Utilizador Convidado" userId="S::urn:spo:tenantanon#c1025aae-98b9-4021-b4b6-c201214b884e::" providerId="AD" clId="Web-{20267BCE-A561-35F5-78BD-806FDF7E0E2D}" dt="2026-03-17T14:23:17.818" v="13"/>
        <pc:sldMkLst>
          <pc:docMk/>
          <pc:sldMk cId="4237580014" sldId="283"/>
        </pc:sldMkLst>
        <pc:spChg chg="del mod">
          <ac:chgData name="Utilizador Convidado" userId="S::urn:spo:tenantanon#c1025aae-98b9-4021-b4b6-c201214b884e::" providerId="AD" clId="Web-{20267BCE-A561-35F5-78BD-806FDF7E0E2D}" dt="2026-03-17T14:21:51.284" v="2"/>
          <ac:spMkLst>
            <pc:docMk/>
            <pc:sldMk cId="4237580014" sldId="283"/>
            <ac:spMk id="4" creationId="{528B211E-CE77-5C17-7DB5-A5A0850A7554}"/>
          </ac:spMkLst>
        </pc:spChg>
        <pc:picChg chg="add mod">
          <ac:chgData name="Utilizador Convidado" userId="S::urn:spo:tenantanon#c1025aae-98b9-4021-b4b6-c201214b884e::" providerId="AD" clId="Web-{20267BCE-A561-35F5-78BD-806FDF7E0E2D}" dt="2026-03-17T14:22:16.285" v="8" actId="1076"/>
          <ac:picMkLst>
            <pc:docMk/>
            <pc:sldMk cId="4237580014" sldId="283"/>
            <ac:picMk id="5" creationId="{503F407E-1632-4BA6-1B78-3116E4260469}"/>
          </ac:picMkLst>
        </pc:picChg>
        <pc:picChg chg="del">
          <ac:chgData name="Utilizador Convidado" userId="S::urn:spo:tenantanon#c1025aae-98b9-4021-b4b6-c201214b884e::" providerId="AD" clId="Web-{20267BCE-A561-35F5-78BD-806FDF7E0E2D}" dt="2026-03-17T14:21:47.955" v="0"/>
          <ac:picMkLst>
            <pc:docMk/>
            <pc:sldMk cId="4237580014" sldId="283"/>
            <ac:picMk id="7" creationId="{118B8EF6-8CF4-8E7B-DA49-ED86652E184F}"/>
          </ac:picMkLst>
        </pc:picChg>
      </pc:sldChg>
      <pc:sldChg chg="ord">
        <pc:chgData name="Utilizador Convidado" userId="S::urn:spo:tenantanon#c1025aae-98b9-4021-b4b6-c201214b884e::" providerId="AD" clId="Web-{20267BCE-A561-35F5-78BD-806FDF7E0E2D}" dt="2026-03-17T14:23:23.350" v="14"/>
        <pc:sldMkLst>
          <pc:docMk/>
          <pc:sldMk cId="2222411278" sldId="284"/>
        </pc:sldMkLst>
      </pc:sldChg>
    </pc:docChg>
  </pc:docChgLst>
  <pc:docChgLst>
    <pc:chgData name="Guest User" userId="S::urn:spo:tenantanon#c1025aae-98b9-4021-b4b6-c201214b884e::" providerId="AD" clId="Web-{79C28B9E-22DF-1EC1-3A7B-41D7E9A21F71}"/>
    <pc:docChg chg="modSld">
      <pc:chgData name="Guest User" userId="S::urn:spo:tenantanon#c1025aae-98b9-4021-b4b6-c201214b884e::" providerId="AD" clId="Web-{79C28B9E-22DF-1EC1-3A7B-41D7E9A21F71}" dt="2026-03-11T12:16:28.382" v="0" actId="14100"/>
      <pc:docMkLst>
        <pc:docMk/>
      </pc:docMkLst>
      <pc:sldChg chg="modSp">
        <pc:chgData name="Guest User" userId="S::urn:spo:tenantanon#c1025aae-98b9-4021-b4b6-c201214b884e::" providerId="AD" clId="Web-{79C28B9E-22DF-1EC1-3A7B-41D7E9A21F71}" dt="2026-03-11T12:16:28.382" v="0" actId="14100"/>
        <pc:sldMkLst>
          <pc:docMk/>
          <pc:sldMk cId="954422574" sldId="271"/>
        </pc:sldMkLst>
        <pc:spChg chg="mod">
          <ac:chgData name="Guest User" userId="S::urn:spo:tenantanon#c1025aae-98b9-4021-b4b6-c201214b884e::" providerId="AD" clId="Web-{79C28B9E-22DF-1EC1-3A7B-41D7E9A21F71}" dt="2026-03-11T12:16:28.382" v="0" actId="14100"/>
          <ac:spMkLst>
            <pc:docMk/>
            <pc:sldMk cId="954422574" sldId="271"/>
            <ac:spMk id="3" creationId="{08F3AF43-84A0-CEA7-50C0-A8FBF19C5FD7}"/>
          </ac:spMkLst>
        </pc:spChg>
      </pc:sldChg>
    </pc:docChg>
  </pc:docChgLst>
  <pc:docChgLst>
    <pc:chgData name="Daniel Oliveira" userId="S::doliveira24@ua.pt::caaed474-cd89-493b-94d2-ec114fb9218c" providerId="AD" clId="Web-{E75EE768-463D-3405-F69A-9ECBCE2C5546}"/>
    <pc:docChg chg="modSld">
      <pc:chgData name="Daniel Oliveira" userId="S::doliveira24@ua.pt::caaed474-cd89-493b-94d2-ec114fb9218c" providerId="AD" clId="Web-{E75EE768-463D-3405-F69A-9ECBCE2C5546}" dt="2026-02-20T22:30:34.654" v="92" actId="20577"/>
      <pc:docMkLst>
        <pc:docMk/>
      </pc:docMkLst>
    </pc:docChg>
  </pc:docChgLst>
  <pc:docChgLst>
    <pc:chgData name="Utilizador Convidado" userId="S::urn:spo:tenantanon#c1025aae-98b9-4021-b4b6-c201214b884e::" providerId="AD" clId="Web-{3808C3C3-A4E2-19A5-74E3-09A4EEB11A51}"/>
    <pc:docChg chg="modSld">
      <pc:chgData name="Utilizador Convidado" userId="S::urn:spo:tenantanon#c1025aae-98b9-4021-b4b6-c201214b884e::" providerId="AD" clId="Web-{3808C3C3-A4E2-19A5-74E3-09A4EEB11A51}" dt="2026-03-17T19:23:45.276" v="42" actId="20577"/>
      <pc:docMkLst>
        <pc:docMk/>
      </pc:docMkLst>
      <pc:sldChg chg="modSp">
        <pc:chgData name="Utilizador Convidado" userId="S::urn:spo:tenantanon#c1025aae-98b9-4021-b4b6-c201214b884e::" providerId="AD" clId="Web-{3808C3C3-A4E2-19A5-74E3-09A4EEB11A51}" dt="2026-03-17T19:23:45.276" v="42" actId="20577"/>
        <pc:sldMkLst>
          <pc:docMk/>
          <pc:sldMk cId="4223472055" sldId="286"/>
        </pc:sldMkLst>
        <pc:spChg chg="mod">
          <ac:chgData name="Utilizador Convidado" userId="S::urn:spo:tenantanon#c1025aae-98b9-4021-b4b6-c201214b884e::" providerId="AD" clId="Web-{3808C3C3-A4E2-19A5-74E3-09A4EEB11A51}" dt="2026-03-17T19:23:45.276" v="42" actId="20577"/>
          <ac:spMkLst>
            <pc:docMk/>
            <pc:sldMk cId="4223472055" sldId="286"/>
            <ac:spMk id="2" creationId="{B975E638-F79A-09BA-C6E7-859EE6660CCB}"/>
          </ac:spMkLst>
        </pc:spChg>
      </pc:sldChg>
      <pc:sldChg chg="modSp">
        <pc:chgData name="Utilizador Convidado" userId="S::urn:spo:tenantanon#c1025aae-98b9-4021-b4b6-c201214b884e::" providerId="AD" clId="Web-{3808C3C3-A4E2-19A5-74E3-09A4EEB11A51}" dt="2026-03-17T19:22:03.319" v="21" actId="20577"/>
        <pc:sldMkLst>
          <pc:docMk/>
          <pc:sldMk cId="4056050902" sldId="287"/>
        </pc:sldMkLst>
        <pc:spChg chg="mod">
          <ac:chgData name="Utilizador Convidado" userId="S::urn:spo:tenantanon#c1025aae-98b9-4021-b4b6-c201214b884e::" providerId="AD" clId="Web-{3808C3C3-A4E2-19A5-74E3-09A4EEB11A51}" dt="2026-03-17T19:22:03.319" v="21" actId="20577"/>
          <ac:spMkLst>
            <pc:docMk/>
            <pc:sldMk cId="4056050902" sldId="287"/>
            <ac:spMk id="8" creationId="{B8D0AE47-5F30-7AA2-0725-2AEEF6B37D70}"/>
          </ac:spMkLst>
        </pc:spChg>
      </pc:sldChg>
    </pc:docChg>
  </pc:docChgLst>
  <pc:docChgLst>
    <pc:chgData name="Miguel Mota" userId="S::mota.m@ua.pt::d3167964-8d14-43ee-a90f-7235b8218f59" providerId="AD" clId="Web-{9BD17DBB-753E-3056-C318-36E731199FC3}"/>
    <pc:docChg chg="addSld delSld modSld sldOrd addMainMaster">
      <pc:chgData name="Miguel Mota" userId="S::mota.m@ua.pt::d3167964-8d14-43ee-a90f-7235b8218f59" providerId="AD" clId="Web-{9BD17DBB-753E-3056-C318-36E731199FC3}" dt="2026-02-21T17:04:02.061" v="768" actId="1076"/>
      <pc:docMkLst>
        <pc:docMk/>
      </pc:docMkLst>
      <pc:sldChg chg="addSp modSp add mod replId setBg">
        <pc:chgData name="Miguel Mota" userId="S::mota.m@ua.pt::d3167964-8d14-43ee-a90f-7235b8218f59" providerId="AD" clId="Web-{9BD17DBB-753E-3056-C318-36E731199FC3}" dt="2026-02-21T15:16:48.287" v="559" actId="1076"/>
        <pc:sldMkLst>
          <pc:docMk/>
          <pc:sldMk cId="954422574" sldId="271"/>
        </pc:sldMkLst>
        <pc:spChg chg="mod">
          <ac:chgData name="Miguel Mota" userId="S::mota.m@ua.pt::d3167964-8d14-43ee-a90f-7235b8218f59" providerId="AD" clId="Web-{9BD17DBB-753E-3056-C318-36E731199FC3}" dt="2026-02-21T14:30:10.559" v="2"/>
          <ac:spMkLst>
            <pc:docMk/>
            <pc:sldMk cId="954422574" sldId="271"/>
            <ac:spMk id="2" creationId="{41E6E21F-01D4-A0DC-6C0B-494F5296EA78}"/>
          </ac:spMkLst>
        </pc:spChg>
        <pc:spChg chg="mod">
          <ac:chgData name="Miguel Mota" userId="S::mota.m@ua.pt::d3167964-8d14-43ee-a90f-7235b8218f59" providerId="AD" clId="Web-{9BD17DBB-753E-3056-C318-36E731199FC3}" dt="2026-02-21T14:30:10.559" v="2"/>
          <ac:spMkLst>
            <pc:docMk/>
            <pc:sldMk cId="954422574" sldId="271"/>
            <ac:spMk id="3" creationId="{08F3AF43-84A0-CEA7-50C0-A8FBF19C5FD7}"/>
          </ac:spMkLst>
        </pc:spChg>
        <pc:spChg chg="mod">
          <ac:chgData name="Miguel Mota" userId="S::mota.m@ua.pt::d3167964-8d14-43ee-a90f-7235b8218f59" providerId="AD" clId="Web-{9BD17DBB-753E-3056-C318-36E731199FC3}" dt="2026-02-21T15:16:48.287" v="559" actId="1076"/>
          <ac:spMkLst>
            <pc:docMk/>
            <pc:sldMk cId="954422574" sldId="271"/>
            <ac:spMk id="4" creationId="{68DD7975-7411-7C0D-B03D-EE8ADA29F14D}"/>
          </ac:spMkLst>
        </pc:spChg>
        <pc:spChg chg="add">
          <ac:chgData name="Miguel Mota" userId="S::mota.m@ua.pt::d3167964-8d14-43ee-a90f-7235b8218f59" providerId="AD" clId="Web-{9BD17DBB-753E-3056-C318-36E731199FC3}" dt="2026-02-21T14:30:10.559" v="2"/>
          <ac:spMkLst>
            <pc:docMk/>
            <pc:sldMk cId="954422574" sldId="271"/>
            <ac:spMk id="9" creationId="{FB5B0058-AF13-4859-B429-4EDDE2A26F7F}"/>
          </ac:spMkLst>
        </pc:spChg>
        <pc:spChg chg="add">
          <ac:chgData name="Miguel Mota" userId="S::mota.m@ua.pt::d3167964-8d14-43ee-a90f-7235b8218f59" providerId="AD" clId="Web-{9BD17DBB-753E-3056-C318-36E731199FC3}" dt="2026-02-21T14:30:10.559" v="2"/>
          <ac:spMkLst>
            <pc:docMk/>
            <pc:sldMk cId="954422574" sldId="271"/>
            <ac:spMk id="11" creationId="{81BD432D-FAB3-4B5D-BF27-4DA7C75B3238}"/>
          </ac:spMkLst>
        </pc:spChg>
        <pc:cxnChg chg="add">
          <ac:chgData name="Miguel Mota" userId="S::mota.m@ua.pt::d3167964-8d14-43ee-a90f-7235b8218f59" providerId="AD" clId="Web-{9BD17DBB-753E-3056-C318-36E731199FC3}" dt="2026-02-21T14:30:10.559" v="2"/>
          <ac:cxnSpMkLst>
            <pc:docMk/>
            <pc:sldMk cId="954422574" sldId="271"/>
            <ac:cxnSpMk id="13" creationId="{E6D6B450-4278-45B8-88C7-C061710E3C7E}"/>
          </ac:cxnSpMkLst>
        </pc:cxnChg>
        <pc:cxnChg chg="add">
          <ac:chgData name="Miguel Mota" userId="S::mota.m@ua.pt::d3167964-8d14-43ee-a90f-7235b8218f59" providerId="AD" clId="Web-{9BD17DBB-753E-3056-C318-36E731199FC3}" dt="2026-02-21T14:30:10.559" v="2"/>
          <ac:cxnSpMkLst>
            <pc:docMk/>
            <pc:sldMk cId="954422574" sldId="271"/>
            <ac:cxnSpMk id="15" creationId="{74234A4C-A256-4139-A5F4-27078F0D6796}"/>
          </ac:cxnSpMkLst>
        </pc:cxnChg>
      </pc:sldChg>
      <pc:sldChg chg="addSp delSp modSp new mod setBg">
        <pc:chgData name="Miguel Mota" userId="S::mota.m@ua.pt::d3167964-8d14-43ee-a90f-7235b8218f59" providerId="AD" clId="Web-{9BD17DBB-753E-3056-C318-36E731199FC3}" dt="2026-02-21T16:41:08.864" v="725" actId="1076"/>
        <pc:sldMkLst>
          <pc:docMk/>
          <pc:sldMk cId="3836992629" sldId="274"/>
        </pc:sldMkLst>
        <pc:spChg chg="add mod ord">
          <ac:chgData name="Miguel Mota" userId="S::mota.m@ua.pt::d3167964-8d14-43ee-a90f-7235b8218f59" providerId="AD" clId="Web-{9BD17DBB-753E-3056-C318-36E731199FC3}" dt="2026-02-21T16:38:40.732" v="719"/>
          <ac:spMkLst>
            <pc:docMk/>
            <pc:sldMk cId="3836992629" sldId="274"/>
            <ac:spMk id="2" creationId="{3D0F55A8-01E9-CB4D-18BA-9FCFC9675474}"/>
          </ac:spMkLst>
        </pc:spChg>
        <pc:spChg chg="add">
          <ac:chgData name="Miguel Mota" userId="S::mota.m@ua.pt::d3167964-8d14-43ee-a90f-7235b8218f59" providerId="AD" clId="Web-{9BD17DBB-753E-3056-C318-36E731199FC3}" dt="2026-02-21T16:38:40.732" v="719"/>
          <ac:spMkLst>
            <pc:docMk/>
            <pc:sldMk cId="3836992629" sldId="274"/>
            <ac:spMk id="202" creationId="{5A59F003-E00A-43F9-91DC-CC54E3B87466}"/>
          </ac:spMkLst>
        </pc:spChg>
        <pc:spChg chg="add">
          <ac:chgData name="Miguel Mota" userId="S::mota.m@ua.pt::d3167964-8d14-43ee-a90f-7235b8218f59" providerId="AD" clId="Web-{9BD17DBB-753E-3056-C318-36E731199FC3}" dt="2026-02-21T16:38:40.732" v="719"/>
          <ac:spMkLst>
            <pc:docMk/>
            <pc:sldMk cId="3836992629" sldId="274"/>
            <ac:spMk id="204" creationId="{D74A4382-E3AD-430A-9A1F-DFA3E0E77A7D}"/>
          </ac:spMkLst>
        </pc:spChg>
        <pc:spChg chg="add">
          <ac:chgData name="Miguel Mota" userId="S::mota.m@ua.pt::d3167964-8d14-43ee-a90f-7235b8218f59" providerId="AD" clId="Web-{9BD17DBB-753E-3056-C318-36E731199FC3}" dt="2026-02-21T16:38:40.732" v="719"/>
          <ac:spMkLst>
            <pc:docMk/>
            <pc:sldMk cId="3836992629" sldId="274"/>
            <ac:spMk id="206" creationId="{79F40191-0F44-4FD1-82CC-ACB507C14BE6}"/>
          </ac:spMkLst>
        </pc:spChg>
      </pc:sldChg>
      <pc:sldMasterChg chg="add addSldLayout">
        <pc:chgData name="Miguel Mota" userId="S::mota.m@ua.pt::d3167964-8d14-43ee-a90f-7235b8218f59" providerId="AD" clId="Web-{9BD17DBB-753E-3056-C318-36E731199FC3}" dt="2026-02-21T15:53:01.910" v="689"/>
        <pc:sldMasterMkLst>
          <pc:docMk/>
          <pc:sldMasterMk cId="2145507585" sldId="2147483660"/>
        </pc:sldMasterMkLst>
      </pc:sldMasterChg>
    </pc:docChg>
  </pc:docChgLst>
  <pc:docChgLst>
    <pc:chgData name="Guest User" userId="S::urn:spo:tenantanon#c1025aae-98b9-4021-b4b6-c201214b884e::" providerId="AD" clId="Web-{2D0F29E6-E287-4544-3C1F-D076E5E11A3C}"/>
    <pc:docChg chg="modSld">
      <pc:chgData name="Guest User" userId="S::urn:spo:tenantanon#c1025aae-98b9-4021-b4b6-c201214b884e::" providerId="AD" clId="Web-{2D0F29E6-E287-4544-3C1F-D076E5E11A3C}" dt="2026-02-20T23:05:31.941" v="14" actId="1076"/>
      <pc:docMkLst>
        <pc:docMk/>
      </pc:docMkLst>
    </pc:docChg>
  </pc:docChgLst>
  <pc:docChgLst>
    <pc:chgData name="Utilizador Convidado" userId="S::urn:spo:tenantanon#c1025aae-98b9-4021-b4b6-c201214b884e::" providerId="AD" clId="Web-{9F95D276-7A84-071B-F76F-A5D4A290D40D}"/>
    <pc:docChg chg="modSld">
      <pc:chgData name="Utilizador Convidado" userId="S::urn:spo:tenantanon#c1025aae-98b9-4021-b4b6-c201214b884e::" providerId="AD" clId="Web-{9F95D276-7A84-071B-F76F-A5D4A290D40D}" dt="2026-02-24T10:38:43.481" v="34" actId="1076"/>
      <pc:docMkLst>
        <pc:docMk/>
      </pc:docMkLst>
      <pc:sldChg chg="addSp delSp modSp">
        <pc:chgData name="Utilizador Convidado" userId="S::urn:spo:tenantanon#c1025aae-98b9-4021-b4b6-c201214b884e::" providerId="AD" clId="Web-{9F95D276-7A84-071B-F76F-A5D4A290D40D}" dt="2026-02-24T10:38:43.481" v="34" actId="1076"/>
        <pc:sldMkLst>
          <pc:docMk/>
          <pc:sldMk cId="3836992629" sldId="274"/>
        </pc:sldMkLst>
      </pc:sldChg>
    </pc:docChg>
  </pc:docChgLst>
  <pc:docChgLst>
    <pc:chgData name="Utilizador Convidado" userId="S::urn:spo:tenantanon#c1025aae-98b9-4021-b4b6-c201214b884e::" providerId="AD" clId="Web-{0AC794E7-4ED0-F336-89EA-003B0A10FA74}"/>
    <pc:docChg chg="delSld modSld">
      <pc:chgData name="Utilizador Convidado" userId="S::urn:spo:tenantanon#c1025aae-98b9-4021-b4b6-c201214b884e::" providerId="AD" clId="Web-{0AC794E7-4ED0-F336-89EA-003B0A10FA74}" dt="2026-03-17T23:35:13.041" v="443" actId="20577"/>
      <pc:docMkLst>
        <pc:docMk/>
      </pc:docMkLst>
      <pc:sldChg chg="delSp modSp">
        <pc:chgData name="Utilizador Convidado" userId="S::urn:spo:tenantanon#c1025aae-98b9-4021-b4b6-c201214b884e::" providerId="AD" clId="Web-{0AC794E7-4ED0-F336-89EA-003B0A10FA74}" dt="2026-03-17T23:24:37.774" v="379"/>
        <pc:sldMkLst>
          <pc:docMk/>
          <pc:sldMk cId="0" sldId="258"/>
        </pc:sldMkLst>
        <pc:spChg chg="del">
          <ac:chgData name="Utilizador Convidado" userId="S::urn:spo:tenantanon#c1025aae-98b9-4021-b4b6-c201214b884e::" providerId="AD" clId="Web-{0AC794E7-4ED0-F336-89EA-003B0A10FA74}" dt="2026-03-17T23:24:15.647" v="373"/>
          <ac:spMkLst>
            <pc:docMk/>
            <pc:sldMk cId="0" sldId="258"/>
            <ac:spMk id="13" creationId="{55D4142C-5077-457F-A6AD-3FECFDB39685}"/>
          </ac:spMkLst>
        </pc:spChg>
        <pc:spChg chg="mod">
          <ac:chgData name="Utilizador Convidado" userId="S::urn:spo:tenantanon#c1025aae-98b9-4021-b4b6-c201214b884e::" providerId="AD" clId="Web-{0AC794E7-4ED0-F336-89EA-003B0A10FA74}" dt="2026-03-17T23:24:37.774" v="379"/>
          <ac:spMkLst>
            <pc:docMk/>
            <pc:sldMk cId="0" sldId="258"/>
            <ac:spMk id="15" creationId="{7A5F0580-5EE9-419F-96EE-B6529EF6E7D0}"/>
          </ac:spMkLst>
        </pc:spChg>
      </pc:sldChg>
      <pc:sldChg chg="addSp delSp modSp">
        <pc:chgData name="Utilizador Convidado" userId="S::urn:spo:tenantanon#c1025aae-98b9-4021-b4b6-c201214b884e::" providerId="AD" clId="Web-{0AC794E7-4ED0-F336-89EA-003B0A10FA74}" dt="2026-03-17T23:35:13.041" v="443" actId="20577"/>
        <pc:sldMkLst>
          <pc:docMk/>
          <pc:sldMk cId="166703049" sldId="278"/>
        </pc:sldMkLst>
        <pc:spChg chg="del mod">
          <ac:chgData name="Utilizador Convidado" userId="S::urn:spo:tenantanon#c1025aae-98b9-4021-b4b6-c201214b884e::" providerId="AD" clId="Web-{0AC794E7-4ED0-F336-89EA-003B0A10FA74}" dt="2026-03-17T22:55:35.196" v="15"/>
          <ac:spMkLst>
            <pc:docMk/>
            <pc:sldMk cId="166703049" sldId="278"/>
            <ac:spMk id="2" creationId="{4EA9AB79-BEBC-8615-1C16-C3DE75C6B908}"/>
          </ac:spMkLst>
        </pc:spChg>
        <pc:spChg chg="mod">
          <ac:chgData name="Utilizador Convidado" userId="S::urn:spo:tenantanon#c1025aae-98b9-4021-b4b6-c201214b884e::" providerId="AD" clId="Web-{0AC794E7-4ED0-F336-89EA-003B0A10FA74}" dt="2026-03-17T23:14:16.870" v="363" actId="20577"/>
          <ac:spMkLst>
            <pc:docMk/>
            <pc:sldMk cId="166703049" sldId="278"/>
            <ac:spMk id="3" creationId="{3AAF0D40-DA8F-CD45-1801-0E0D8038FBF0}"/>
          </ac:spMkLst>
        </pc:spChg>
        <pc:spChg chg="add del">
          <ac:chgData name="Utilizador Convidado" userId="S::urn:spo:tenantanon#c1025aae-98b9-4021-b4b6-c201214b884e::" providerId="AD" clId="Web-{0AC794E7-4ED0-F336-89EA-003B0A10FA74}" dt="2026-03-17T22:55:40.790" v="17"/>
          <ac:spMkLst>
            <pc:docMk/>
            <pc:sldMk cId="166703049" sldId="278"/>
            <ac:spMk id="3" creationId="{4EA9AB79-BEBC-8615-1C16-C3DE75C6B908}"/>
          </ac:spMkLst>
        </pc:spChg>
        <pc:spChg chg="add del">
          <ac:chgData name="Utilizador Convidado" userId="S::urn:spo:tenantanon#c1025aae-98b9-4021-b4b6-c201214b884e::" providerId="AD" clId="Web-{0AC794E7-4ED0-F336-89EA-003B0A10FA74}" dt="2026-03-17T22:55:45.400" v="19"/>
          <ac:spMkLst>
            <pc:docMk/>
            <pc:sldMk cId="166703049" sldId="278"/>
            <ac:spMk id="4" creationId="{73B559C5-A1BE-1257-186C-2FDF4DCCD794}"/>
          </ac:spMkLst>
        </pc:spChg>
        <pc:spChg chg="del">
          <ac:chgData name="Utilizador Convidado" userId="S::urn:spo:tenantanon#c1025aae-98b9-4021-b4b6-c201214b884e::" providerId="AD" clId="Web-{0AC794E7-4ED0-F336-89EA-003B0A10FA74}" dt="2026-03-17T23:09:05.265" v="154"/>
          <ac:spMkLst>
            <pc:docMk/>
            <pc:sldMk cId="166703049" sldId="278"/>
            <ac:spMk id="6" creationId="{223164B7-FD3B-E3E7-DD38-DE2C109BA744}"/>
          </ac:spMkLst>
        </pc:spChg>
        <pc:spChg chg="del mod">
          <ac:chgData name="Utilizador Convidado" userId="S::urn:spo:tenantanon#c1025aae-98b9-4021-b4b6-c201214b884e::" providerId="AD" clId="Web-{0AC794E7-4ED0-F336-89EA-003B0A10FA74}" dt="2026-03-17T23:12:06.319" v="269"/>
          <ac:spMkLst>
            <pc:docMk/>
            <pc:sldMk cId="166703049" sldId="278"/>
            <ac:spMk id="7" creationId="{F04298CA-A502-AE89-2D67-037D34224974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2:58:26.519" v="46" actId="20577"/>
          <ac:spMkLst>
            <pc:docMk/>
            <pc:sldMk cId="166703049" sldId="278"/>
            <ac:spMk id="8" creationId="{996626E7-C11E-E37C-2057-AC8A1C891C06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2:59:34.694" v="76"/>
          <ac:spMkLst>
            <pc:docMk/>
            <pc:sldMk cId="166703049" sldId="278"/>
            <ac:spMk id="9" creationId="{6BBBF5E1-95F4-8EF2-23E3-98FD167C767E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2:59:41.100" v="77"/>
          <ac:spMkLst>
            <pc:docMk/>
            <pc:sldMk cId="166703049" sldId="278"/>
            <ac:spMk id="10" creationId="{46FF3C80-B1C4-BEAC-183F-10B46B562C18}"/>
          </ac:spMkLst>
        </pc:spChg>
        <pc:spChg chg="del">
          <ac:chgData name="Utilizador Convidado" userId="S::urn:spo:tenantanon#c1025aae-98b9-4021-b4b6-c201214b884e::" providerId="AD" clId="Web-{0AC794E7-4ED0-F336-89EA-003B0A10FA74}" dt="2026-03-17T23:12:03.132" v="267"/>
          <ac:spMkLst>
            <pc:docMk/>
            <pc:sldMk cId="166703049" sldId="278"/>
            <ac:spMk id="11" creationId="{E3106477-BF19-99E8-C820-1D2AAF9B1227}"/>
          </ac:spMkLst>
        </pc:spChg>
        <pc:spChg chg="mod">
          <ac:chgData name="Utilizador Convidado" userId="S::urn:spo:tenantanon#c1025aae-98b9-4021-b4b6-c201214b884e::" providerId="AD" clId="Web-{0AC794E7-4ED0-F336-89EA-003B0A10FA74}" dt="2026-03-17T23:33:51.728" v="433" actId="20577"/>
          <ac:spMkLst>
            <pc:docMk/>
            <pc:sldMk cId="166703049" sldId="278"/>
            <ac:spMk id="13" creationId="{646483A9-7841-CFEA-0E96-2E00C669150E}"/>
          </ac:spMkLst>
        </pc:spChg>
        <pc:spChg chg="add del">
          <ac:chgData name="Utilizador Convidado" userId="S::urn:spo:tenantanon#c1025aae-98b9-4021-b4b6-c201214b884e::" providerId="AD" clId="Web-{0AC794E7-4ED0-F336-89EA-003B0A10FA74}" dt="2026-03-17T23:06:22.208" v="85"/>
          <ac:spMkLst>
            <pc:docMk/>
            <pc:sldMk cId="166703049" sldId="278"/>
            <ac:spMk id="19" creationId="{A861FD80-BF2A-A32A-C58E-FC4D5922869F}"/>
          </ac:spMkLst>
        </pc:spChg>
        <pc:spChg chg="add del">
          <ac:chgData name="Utilizador Convidado" userId="S::urn:spo:tenantanon#c1025aae-98b9-4021-b4b6-c201214b884e::" providerId="AD" clId="Web-{0AC794E7-4ED0-F336-89EA-003B0A10FA74}" dt="2026-03-17T23:06:22.208" v="84"/>
          <ac:spMkLst>
            <pc:docMk/>
            <pc:sldMk cId="166703049" sldId="278"/>
            <ac:spMk id="21" creationId="{81E3FD61-EB7C-F2EA-BFC1-4A3AD5D248DF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26:18.545" v="380" actId="1076"/>
          <ac:spMkLst>
            <pc:docMk/>
            <pc:sldMk cId="166703049" sldId="278"/>
            <ac:spMk id="22" creationId="{79D27D2F-7E8E-0572-F787-F68F3F6C068F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26:21.342" v="381" actId="1076"/>
          <ac:spMkLst>
            <pc:docMk/>
            <pc:sldMk cId="166703049" sldId="278"/>
            <ac:spMk id="23" creationId="{8B6AE684-689F-7156-EFE6-B1CD5D7CFD9C}"/>
          </ac:spMkLst>
        </pc:spChg>
        <pc:spChg chg="add del mod">
          <ac:chgData name="Utilizador Convidado" userId="S::urn:spo:tenantanon#c1025aae-98b9-4021-b4b6-c201214b884e::" providerId="AD" clId="Web-{0AC794E7-4ED0-F336-89EA-003B0A10FA74}" dt="2026-03-17T23:09:53.642" v="193"/>
          <ac:spMkLst>
            <pc:docMk/>
            <pc:sldMk cId="166703049" sldId="278"/>
            <ac:spMk id="24" creationId="{A46E1CD9-981E-1262-0382-3B23BDA37934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09:41.470" v="192" actId="20577"/>
          <ac:spMkLst>
            <pc:docMk/>
            <pc:sldMk cId="166703049" sldId="278"/>
            <ac:spMk id="25" creationId="{65227B78-D2D7-AF92-373D-C7EA1647C4B5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09:27.469" v="177"/>
          <ac:spMkLst>
            <pc:docMk/>
            <pc:sldMk cId="166703049" sldId="278"/>
            <ac:spMk id="26" creationId="{064BF668-540C-AA4A-1B8E-CCD441FC1BE1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17:00.094" v="370" actId="20577"/>
          <ac:spMkLst>
            <pc:docMk/>
            <pc:sldMk cId="166703049" sldId="278"/>
            <ac:spMk id="27" creationId="{BAF815C2-D318-34A0-9401-E908ABB64CB4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10:04.283" v="197" actId="1076"/>
          <ac:spMkLst>
            <pc:docMk/>
            <pc:sldMk cId="166703049" sldId="278"/>
            <ac:spMk id="28" creationId="{E69B24FC-8F92-BFE9-D5FF-584356BE9CF6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12:28.789" v="290" actId="20577"/>
          <ac:spMkLst>
            <pc:docMk/>
            <pc:sldMk cId="166703049" sldId="278"/>
            <ac:spMk id="29" creationId="{39218726-AD5A-BFAE-4EBB-949E03D6B236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26:39.171" v="384" actId="14100"/>
          <ac:spMkLst>
            <pc:docMk/>
            <pc:sldMk cId="166703049" sldId="278"/>
            <ac:spMk id="30" creationId="{5C302CD7-B670-64A3-98BA-2CBA8D85E173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35:13.041" v="443" actId="20577"/>
          <ac:spMkLst>
            <pc:docMk/>
            <pc:sldMk cId="166703049" sldId="278"/>
            <ac:spMk id="31" creationId="{8E67DFA2-3342-0531-57E1-4368FDD5582B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26:34.749" v="383" actId="1076"/>
          <ac:spMkLst>
            <pc:docMk/>
            <pc:sldMk cId="166703049" sldId="278"/>
            <ac:spMk id="32" creationId="{14E824B8-DCDB-966B-14B7-EC41C99B5769}"/>
          </ac:spMkLst>
        </pc:spChg>
        <pc:spChg chg="mod">
          <ac:chgData name="Utilizador Convidado" userId="S::urn:spo:tenantanon#c1025aae-98b9-4021-b4b6-c201214b884e::" providerId="AD" clId="Web-{0AC794E7-4ED0-F336-89EA-003B0A10FA74}" dt="2026-03-17T23:29:20.737" v="385" actId="1076"/>
          <ac:spMkLst>
            <pc:docMk/>
            <pc:sldMk cId="166703049" sldId="278"/>
            <ac:spMk id="35" creationId="{70C3D858-612B-F2A0-7730-A5A240DA036C}"/>
          </ac:spMkLst>
        </pc:spChg>
        <pc:spChg chg="mod">
          <ac:chgData name="Utilizador Convidado" userId="S::urn:spo:tenantanon#c1025aae-98b9-4021-b4b6-c201214b884e::" providerId="AD" clId="Web-{0AC794E7-4ED0-F336-89EA-003B0A10FA74}" dt="2026-03-17T23:34:07.963" v="434" actId="14100"/>
          <ac:spMkLst>
            <pc:docMk/>
            <pc:sldMk cId="166703049" sldId="278"/>
            <ac:spMk id="36" creationId="{B175C08A-6CB0-54A2-54EE-5FEC9B2ACD9D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31:53.853" v="398" actId="1076"/>
          <ac:spMkLst>
            <pc:docMk/>
            <pc:sldMk cId="166703049" sldId="278"/>
            <ac:spMk id="38" creationId="{13820741-D107-7023-53A1-622AAC7DABB0}"/>
          </ac:spMkLst>
        </pc:spChg>
        <pc:spChg chg="add mod">
          <ac:chgData name="Utilizador Convidado" userId="S::urn:spo:tenantanon#c1025aae-98b9-4021-b4b6-c201214b884e::" providerId="AD" clId="Web-{0AC794E7-4ED0-F336-89EA-003B0A10FA74}" dt="2026-03-17T23:32:04.994" v="408" actId="20577"/>
          <ac:spMkLst>
            <pc:docMk/>
            <pc:sldMk cId="166703049" sldId="278"/>
            <ac:spMk id="39" creationId="{855F7E3C-842B-F4E6-D6C3-80639DE34247}"/>
          </ac:spMkLst>
        </pc:spChg>
        <pc:picChg chg="add del mod">
          <ac:chgData name="Utilizador Convidado" userId="S::urn:spo:tenantanon#c1025aae-98b9-4021-b4b6-c201214b884e::" providerId="AD" clId="Web-{0AC794E7-4ED0-F336-89EA-003B0A10FA74}" dt="2026-03-17T22:56:21.890" v="24"/>
          <ac:picMkLst>
            <pc:docMk/>
            <pc:sldMk cId="166703049" sldId="278"/>
            <ac:picMk id="7" creationId="{76F9AF40-CA4D-7CA7-35A4-5CC7F877D446}"/>
          </ac:picMkLst>
        </pc:picChg>
        <pc:picChg chg="del">
          <ac:chgData name="Utilizador Convidado" userId="S::urn:spo:tenantanon#c1025aae-98b9-4021-b4b6-c201214b884e::" providerId="AD" clId="Web-{0AC794E7-4ED0-F336-89EA-003B0A10FA74}" dt="2026-03-17T22:55:25.446" v="12"/>
          <ac:picMkLst>
            <pc:docMk/>
            <pc:sldMk cId="166703049" sldId="278"/>
            <ac:picMk id="13" creationId="{10B6529F-94A7-5B00-19B2-D53271C32132}"/>
          </ac:picMkLst>
        </pc:picChg>
        <pc:picChg chg="add del">
          <ac:chgData name="Utilizador Convidado" userId="S::urn:spo:tenantanon#c1025aae-98b9-4021-b4b6-c201214b884e::" providerId="AD" clId="Web-{0AC794E7-4ED0-F336-89EA-003B0A10FA74}" dt="2026-03-17T23:06:22.208" v="87"/>
          <ac:picMkLst>
            <pc:docMk/>
            <pc:sldMk cId="166703049" sldId="278"/>
            <ac:picMk id="15" creationId="{6515914A-87D3-86C1-25C1-F5D54EA79E23}"/>
          </ac:picMkLst>
        </pc:picChg>
        <pc:picChg chg="add del">
          <ac:chgData name="Utilizador Convidado" userId="S::urn:spo:tenantanon#c1025aae-98b9-4021-b4b6-c201214b884e::" providerId="AD" clId="Web-{0AC794E7-4ED0-F336-89EA-003B0A10FA74}" dt="2026-03-17T23:06:22.208" v="86"/>
          <ac:picMkLst>
            <pc:docMk/>
            <pc:sldMk cId="166703049" sldId="278"/>
            <ac:picMk id="17" creationId="{A71BA0B4-1C48-02FD-546F-7D41315F6904}"/>
          </ac:picMkLst>
        </pc:picChg>
      </pc:sldChg>
      <pc:sldChg chg="modSp">
        <pc:chgData name="Utilizador Convidado" userId="S::urn:spo:tenantanon#c1025aae-98b9-4021-b4b6-c201214b884e::" providerId="AD" clId="Web-{0AC794E7-4ED0-F336-89EA-003B0A10FA74}" dt="2026-03-17T23:16:47.078" v="368"/>
        <pc:sldMkLst>
          <pc:docMk/>
          <pc:sldMk cId="3949499948" sldId="281"/>
        </pc:sldMkLst>
        <pc:spChg chg="mod">
          <ac:chgData name="Utilizador Convidado" userId="S::urn:spo:tenantanon#c1025aae-98b9-4021-b4b6-c201214b884e::" providerId="AD" clId="Web-{0AC794E7-4ED0-F336-89EA-003B0A10FA74}" dt="2026-03-17T23:16:34.031" v="366"/>
          <ac:spMkLst>
            <pc:docMk/>
            <pc:sldMk cId="3949499948" sldId="281"/>
            <ac:spMk id="3" creationId="{77D3FFDB-022C-36A4-9A69-EF5C0C732F42}"/>
          </ac:spMkLst>
        </pc:spChg>
        <pc:spChg chg="mod">
          <ac:chgData name="Utilizador Convidado" userId="S::urn:spo:tenantanon#c1025aae-98b9-4021-b4b6-c201214b884e::" providerId="AD" clId="Web-{0AC794E7-4ED0-F336-89EA-003B0A10FA74}" dt="2026-03-17T23:16:47.078" v="368"/>
          <ac:spMkLst>
            <pc:docMk/>
            <pc:sldMk cId="3949499948" sldId="281"/>
            <ac:spMk id="4" creationId="{00000000-0000-0000-0000-000000000000}"/>
          </ac:spMkLst>
        </pc:spChg>
      </pc:sldChg>
      <pc:sldChg chg="del">
        <pc:chgData name="Utilizador Convidado" userId="S::urn:spo:tenantanon#c1025aae-98b9-4021-b4b6-c201214b884e::" providerId="AD" clId="Web-{0AC794E7-4ED0-F336-89EA-003B0A10FA74}" dt="2026-03-17T23:04:08.603" v="79"/>
        <pc:sldMkLst>
          <pc:docMk/>
          <pc:sldMk cId="3127055593" sldId="285"/>
        </pc:sldMkLst>
      </pc:sldChg>
      <pc:sldChg chg="addSp delSp modSp">
        <pc:chgData name="Utilizador Convidado" userId="S::urn:spo:tenantanon#c1025aae-98b9-4021-b4b6-c201214b884e::" providerId="AD" clId="Web-{0AC794E7-4ED0-F336-89EA-003B0A10FA74}" dt="2026-03-17T23:00:47.011" v="78" actId="20577"/>
        <pc:sldMkLst>
          <pc:docMk/>
          <pc:sldMk cId="3478667281" sldId="288"/>
        </pc:sldMkLst>
        <pc:spChg chg="mod">
          <ac:chgData name="Utilizador Convidado" userId="S::urn:spo:tenantanon#c1025aae-98b9-4021-b4b6-c201214b884e::" providerId="AD" clId="Web-{0AC794E7-4ED0-F336-89EA-003B0A10FA74}" dt="2026-03-17T23:00:47.011" v="78" actId="20577"/>
          <ac:spMkLst>
            <pc:docMk/>
            <pc:sldMk cId="3478667281" sldId="288"/>
            <ac:spMk id="40" creationId="{483B0B42-FCD6-6AF8-856D-410A9A2B28F6}"/>
          </ac:spMkLst>
        </pc:spChg>
        <pc:picChg chg="add del mod">
          <ac:chgData name="Utilizador Convidado" userId="S::urn:spo:tenantanon#c1025aae-98b9-4021-b4b6-c201214b884e::" providerId="AD" clId="Web-{0AC794E7-4ED0-F336-89EA-003B0A10FA74}" dt="2026-03-17T22:53:34.676" v="11"/>
          <ac:picMkLst>
            <pc:docMk/>
            <pc:sldMk cId="3478667281" sldId="288"/>
            <ac:picMk id="3" creationId="{1ABC381F-FFBE-5D73-ADC2-90A869FF7FDC}"/>
          </ac:picMkLst>
        </pc:picChg>
      </pc:sldChg>
    </pc:docChg>
  </pc:docChgLst>
  <pc:docChgLst>
    <pc:chgData name="Utilizador Convidado" userId="S::urn:spo:tenantanon#c1025aae-98b9-4021-b4b6-c201214b884e::" providerId="AD" clId="Web-{06DD36E2-C113-E8B3-D0E7-9BD3D16BF507}"/>
    <pc:docChg chg="sldOrd">
      <pc:chgData name="Utilizador Convidado" userId="S::urn:spo:tenantanon#c1025aae-98b9-4021-b4b6-c201214b884e::" providerId="AD" clId="Web-{06DD36E2-C113-E8B3-D0E7-9BD3D16BF507}" dt="2026-03-17T15:49:42.954" v="2"/>
      <pc:docMkLst>
        <pc:docMk/>
      </pc:docMkLst>
      <pc:sldChg chg="ord">
        <pc:chgData name="Utilizador Convidado" userId="S::urn:spo:tenantanon#c1025aae-98b9-4021-b4b6-c201214b884e::" providerId="AD" clId="Web-{06DD36E2-C113-E8B3-D0E7-9BD3D16BF507}" dt="2026-03-17T15:49:35.361" v="1"/>
        <pc:sldMkLst>
          <pc:docMk/>
          <pc:sldMk cId="4237580014" sldId="283"/>
        </pc:sldMkLst>
      </pc:sldChg>
      <pc:sldChg chg="ord">
        <pc:chgData name="Utilizador Convidado" userId="S::urn:spo:tenantanon#c1025aae-98b9-4021-b4b6-c201214b884e::" providerId="AD" clId="Web-{06DD36E2-C113-E8B3-D0E7-9BD3D16BF507}" dt="2026-03-17T15:49:42.954" v="2"/>
        <pc:sldMkLst>
          <pc:docMk/>
          <pc:sldMk cId="2222411278" sldId="284"/>
        </pc:sldMkLst>
      </pc:sldChg>
    </pc:docChg>
  </pc:docChgLst>
  <pc:docChgLst>
    <pc:chgData name="Utilizador Convidado" userId="S::urn:spo:tenantanon#c1025aae-98b9-4021-b4b6-c201214b884e::" providerId="AD" clId="Web-{2B388E22-526E-B884-34E1-13F0F370E961}"/>
    <pc:docChg chg="modSld">
      <pc:chgData name="Utilizador Convidado" userId="S::urn:spo:tenantanon#c1025aae-98b9-4021-b4b6-c201214b884e::" providerId="AD" clId="Web-{2B388E22-526E-B884-34E1-13F0F370E961}" dt="2026-03-03T10:59:51.639" v="40" actId="1076"/>
      <pc:docMkLst>
        <pc:docMk/>
      </pc:docMkLst>
      <pc:sldChg chg="modSp">
        <pc:chgData name="Utilizador Convidado" userId="S::urn:spo:tenantanon#c1025aae-98b9-4021-b4b6-c201214b884e::" providerId="AD" clId="Web-{2B388E22-526E-B884-34E1-13F0F370E961}" dt="2026-03-03T10:59:51.639" v="40" actId="1076"/>
        <pc:sldMkLst>
          <pc:docMk/>
          <pc:sldMk cId="3836992629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82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D5C6D-0D1F-4965-CA41-380B50B8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A4F00-6104-A3C4-4680-173044BBF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16703-893D-03BA-D9FE-0B96F658C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38CD7-BB49-1862-218B-BEB52C9DE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55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327A-D2A0-F466-808D-6D2F43A2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C8021-2EA4-D81C-5537-0D11CB49B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6B712D-F1EC-0ECB-E14E-F70A10418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EE46B-F5D9-1381-384D-FB6016636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48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8E3C7-0139-6E8D-F247-8C690D9B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A5A30-317A-8FF7-1470-C1FCEAA11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10A41-D072-7546-D88B-F427F214A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414BD-3198-974E-38FC-1E81AEFEC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40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CDC8-B29C-D41D-9F78-F9959F49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D40BA-E9C4-77AE-8335-8BDB78475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18547-3D3E-39B8-8354-3FEE2200B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2D15D-B044-2247-0A55-A40FC31DD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03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image" Target="../media/image2.svg"/><Relationship Id="rId2" Type="http://schemas.openxmlformats.org/officeDocument/2006/relationships/tags" Target="../tags/tag4.xml"/><Relationship Id="rId16" Type="http://schemas.openxmlformats.org/officeDocument/2006/relationships/image" Target="../media/image1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5015169" y="0"/>
            <a:ext cx="4128831" cy="4028535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35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5746" y="360268"/>
            <a:ext cx="270000" cy="270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443738" y="985280"/>
            <a:ext cx="8259731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3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</a:t>
            </a:r>
            <a:r>
              <a:rPr lang="ru-RU"/>
              <a:t> </a:t>
            </a:r>
            <a:r>
              <a:rPr lang="en-US"/>
              <a:t>STYLES</a:t>
            </a:r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>
          <a:xfrm>
            <a:off x="815691" y="429246"/>
            <a:ext cx="3675347" cy="155812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35000"/>
                  </a:schemeClr>
                </a:solidFill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Footer Placeholder</a:t>
            </a:r>
            <a:endParaRPr lang="ru-RU"/>
          </a:p>
        </p:txBody>
      </p:sp>
      <p:sp>
        <p:nvSpPr>
          <p:cNvPr id="10" name="Subtitle Placeholder 1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  <p:custDataLst>
              <p:tags r:id="rId3"/>
            </p:custDataLst>
          </p:nvPr>
        </p:nvSpPr>
        <p:spPr>
          <a:xfrm>
            <a:off x="443737" y="2926420"/>
            <a:ext cx="1941086" cy="597983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5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  <p:custDataLst>
              <p:tags r:id="rId4"/>
            </p:custDataLst>
          </p:nvPr>
        </p:nvSpPr>
        <p:spPr>
          <a:xfrm>
            <a:off x="443737" y="3531654"/>
            <a:ext cx="1941086" cy="1183631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45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ubtitle Placeholder 2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  <p:custDataLst>
              <p:tags r:id="rId5"/>
            </p:custDataLst>
          </p:nvPr>
        </p:nvSpPr>
        <p:spPr>
          <a:xfrm>
            <a:off x="2546747" y="2926420"/>
            <a:ext cx="1941086" cy="5994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5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  <p:custDataLst>
              <p:tags r:id="rId6"/>
            </p:custDataLst>
          </p:nvPr>
        </p:nvSpPr>
        <p:spPr>
          <a:xfrm>
            <a:off x="2546747" y="3531654"/>
            <a:ext cx="1941086" cy="1182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45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ubtitle Placeholder 3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  <p:custDataLst>
              <p:tags r:id="rId7"/>
            </p:custDataLst>
          </p:nvPr>
        </p:nvSpPr>
        <p:spPr>
          <a:xfrm>
            <a:off x="4656169" y="2926420"/>
            <a:ext cx="1941085" cy="599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5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  <p:custDataLst>
              <p:tags r:id="rId8"/>
            </p:custDataLst>
          </p:nvPr>
        </p:nvSpPr>
        <p:spPr>
          <a:xfrm>
            <a:off x="4656169" y="3531654"/>
            <a:ext cx="1941085" cy="1182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45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531426" y="2432744"/>
            <a:ext cx="8427379" cy="0"/>
          </a:xfrm>
          <a:prstGeom prst="line">
            <a:avLst/>
          </a:prstGeom>
          <a:ln>
            <a:solidFill>
              <a:schemeClr val="tx2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 4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  <p:custDataLst>
              <p:tags r:id="rId9"/>
            </p:custDataLst>
          </p:nvPr>
        </p:nvSpPr>
        <p:spPr>
          <a:xfrm>
            <a:off x="6759178" y="2926420"/>
            <a:ext cx="1941085" cy="5994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5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  <p:custDataLst>
              <p:tags r:id="rId10"/>
            </p:custDataLst>
          </p:nvPr>
        </p:nvSpPr>
        <p:spPr>
          <a:xfrm>
            <a:off x="6759178" y="3531654"/>
            <a:ext cx="1941085" cy="11826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45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443737" y="2104694"/>
            <a:ext cx="1937612" cy="6561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Milestone Placeholder 1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  <p:custDataLst>
              <p:tags r:id="rId11"/>
            </p:custDataLst>
          </p:nvPr>
        </p:nvSpPr>
        <p:spPr>
          <a:xfrm>
            <a:off x="443737" y="2104399"/>
            <a:ext cx="1937879" cy="656691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425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2546747" y="2104694"/>
            <a:ext cx="1937612" cy="6561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8" name="Milestone Placeholder 2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  <p:custDataLst>
              <p:tags r:id="rId12"/>
            </p:custDataLst>
          </p:nvPr>
        </p:nvSpPr>
        <p:spPr>
          <a:xfrm>
            <a:off x="2546748" y="2104399"/>
            <a:ext cx="1937879" cy="656691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425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4656169" y="2104694"/>
            <a:ext cx="1937612" cy="6561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0" name="Milestone Placeholder 3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  <p:custDataLst>
              <p:tags r:id="rId13"/>
            </p:custDataLst>
          </p:nvPr>
        </p:nvSpPr>
        <p:spPr>
          <a:xfrm>
            <a:off x="4656169" y="2104399"/>
            <a:ext cx="1937879" cy="656691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425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6759178" y="2104694"/>
            <a:ext cx="1937612" cy="656100"/>
          </a:xfrm>
          <a:prstGeom prst="homePlate">
            <a:avLst>
              <a:gd name="adj" fmla="val 2587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2" name="Milestone Placeholder 4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  <p:custDataLst>
              <p:tags r:id="rId14"/>
            </p:custDataLst>
          </p:nvPr>
        </p:nvSpPr>
        <p:spPr>
          <a:xfrm>
            <a:off x="6759178" y="2104399"/>
            <a:ext cx="1937879" cy="656691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425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7562242" y="0"/>
            <a:ext cx="1581758" cy="1581758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350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746" y="360268"/>
            <a:ext cx="270000" cy="27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  <p:custDataLst>
              <p:tags r:id="rId1"/>
            </p:custDataLst>
          </p:nvPr>
        </p:nvSpPr>
        <p:spPr>
          <a:xfrm>
            <a:off x="421358" y="799453"/>
            <a:ext cx="8255564" cy="448942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450"/>
              </a:spcBef>
              <a:buNone/>
              <a:defRPr sz="15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5691" y="429246"/>
            <a:ext cx="5781563" cy="155812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35000"/>
                  </a:schemeClr>
                </a:solidFill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  <a:endParaRPr lang="ru-RU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0531" y="2308079"/>
            <a:ext cx="8262938" cy="283542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21358" y="1204284"/>
            <a:ext cx="8255564" cy="94179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36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</a:t>
            </a:r>
            <a:r>
              <a:rPr lang="ru-RU"/>
              <a:t> </a:t>
            </a:r>
            <a:r>
              <a:rPr lang="en-US"/>
              <a:t>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47905" y="330109"/>
            <a:ext cx="8255564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447905" y="1369219"/>
            <a:ext cx="8255564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8250140" y="429247"/>
            <a:ext cx="445955" cy="1500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z="975" smtClean="0">
                <a:solidFill>
                  <a:schemeClr val="tx1">
                    <a:alpha val="35000"/>
                  </a:schemeClr>
                </a:solidFill>
              </a:rPr>
              <a:pPr/>
              <a:t>‹#›</a:t>
            </a:fld>
            <a:endParaRPr lang="en-ID" sz="975">
              <a:solidFill>
                <a:schemeClr val="tx1">
                  <a:alpha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871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78" userDrawn="1">
          <p15:clr>
            <a:srgbClr val="F26B43"/>
          </p15:clr>
        </p15:guide>
        <p15:guide id="4" pos="5483" userDrawn="1">
          <p15:clr>
            <a:srgbClr val="F26B43"/>
          </p15:clr>
        </p15:guide>
        <p15:guide id="5" orient="horz" pos="276" userDrawn="1">
          <p15:clr>
            <a:srgbClr val="F26B43"/>
          </p15:clr>
        </p15:guide>
        <p15:guide id="6" orient="horz" pos="2964" userDrawn="1">
          <p15:clr>
            <a:srgbClr val="F26B43"/>
          </p15:clr>
        </p15:guide>
        <p15:guide id="12" pos="1502" userDrawn="1">
          <p15:clr>
            <a:srgbClr val="A4A3A4"/>
          </p15:clr>
        </p15:guide>
        <p15:guide id="13" pos="1604" userDrawn="1">
          <p15:clr>
            <a:srgbClr val="A4A3A4"/>
          </p15:clr>
        </p15:guide>
        <p15:guide id="14" pos="4156" userDrawn="1">
          <p15:clr>
            <a:srgbClr val="A4A3A4"/>
          </p15:clr>
        </p15:guide>
        <p15:guide id="15" pos="4258" userDrawn="1">
          <p15:clr>
            <a:srgbClr val="A4A3A4"/>
          </p15:clr>
        </p15:guide>
        <p15:guide id="16" pos="2829" userDrawn="1">
          <p15:clr>
            <a:srgbClr val="A4A3A4"/>
          </p15:clr>
        </p15:guide>
        <p15:guide id="17" pos="2931" userDrawn="1">
          <p15:clr>
            <a:srgbClr val="A4A3A4"/>
          </p15:clr>
        </p15:guide>
        <p15:guide id="18" pos="1945" userDrawn="1">
          <p15:clr>
            <a:srgbClr val="9FCC3B"/>
          </p15:clr>
        </p15:guide>
        <p15:guide id="19" pos="2047" userDrawn="1">
          <p15:clr>
            <a:srgbClr val="9FCC3B"/>
          </p15:clr>
        </p15:guide>
        <p15:guide id="20" pos="3713" userDrawn="1">
          <p15:clr>
            <a:srgbClr val="9FCC3B"/>
          </p15:clr>
        </p15:guide>
        <p15:guide id="21" pos="3815" userDrawn="1">
          <p15:clr>
            <a:srgbClr val="9FCC3B"/>
          </p15:clr>
        </p15:guide>
        <p15:guide id="22" orient="horz" pos="6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2.webm"/><Relationship Id="rId1" Type="http://schemas.openxmlformats.org/officeDocument/2006/relationships/video" Target="NULL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DAD5A-8141-62D7-97D2-5F08904E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1E6E21F-01D4-A0DC-6C0B-494F5296EA78}"/>
              </a:ext>
            </a:extLst>
          </p:cNvPr>
          <p:cNvSpPr/>
          <p:nvPr/>
        </p:nvSpPr>
        <p:spPr>
          <a:xfrm>
            <a:off x="1799425" y="1555286"/>
            <a:ext cx="5201819" cy="2244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Robotic Football</a:t>
            </a:r>
            <a:endParaRPr lang="en-US" sz="6600" b="1" kern="1200">
              <a:solidFill>
                <a:schemeClr val="bg1"/>
              </a:solidFill>
              <a:latin typeface="+mj-lt"/>
              <a:ea typeface="Calibri Light"/>
              <a:cs typeface="Calibri Ligh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F3AF43-84A0-CEA7-50C0-A8FBF19C5FD7}"/>
              </a:ext>
            </a:extLst>
          </p:cNvPr>
          <p:cNvSpPr/>
          <p:nvPr/>
        </p:nvSpPr>
        <p:spPr>
          <a:xfrm>
            <a:off x="973068" y="733119"/>
            <a:ext cx="6854534" cy="16508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500">
                <a:solidFill>
                  <a:schemeClr val="bg1"/>
                </a:solidFill>
              </a:rPr>
              <a:t>Development</a:t>
            </a:r>
            <a:r>
              <a:rPr lang="en-US" sz="15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>
                <a:solidFill>
                  <a:schemeClr val="bg1"/>
                </a:solidFill>
              </a:rPr>
              <a:t>of a Team</a:t>
            </a:r>
            <a:r>
              <a:rPr lang="en-US" sz="15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500">
                <a:solidFill>
                  <a:schemeClr val="bg1"/>
                </a:solidFill>
              </a:rPr>
              <a:t>of  Simulated Humanoid </a:t>
            </a:r>
            <a:r>
              <a:rPr lang="en-US" sz="1500" err="1">
                <a:solidFill>
                  <a:schemeClr val="bg1"/>
                </a:solidFill>
              </a:rPr>
              <a:t>Robots</a:t>
            </a:r>
            <a:endParaRPr lang="en-US" sz="1500" kern="1200" err="1">
              <a:solidFill>
                <a:schemeClr val="bg1"/>
              </a:solidFill>
              <a:latin typeface="+mn-lt"/>
              <a:ea typeface="Calibri"/>
              <a:cs typeface="Calibri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Projeto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Engenharia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Computadores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e </a:t>
            </a:r>
            <a:r>
              <a:rPr lang="en-US" sz="1500" err="1">
                <a:solidFill>
                  <a:schemeClr val="bg1"/>
                </a:solidFill>
                <a:ea typeface="+mn-lt"/>
                <a:cs typeface="+mn-lt"/>
              </a:rPr>
              <a:t>Informática</a:t>
            </a: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 (PECI-M2)</a:t>
            </a:r>
            <a:endParaRPr lang="en-US" sz="15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86394"/>
            <a:ext cx="8954691" cy="4970711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1412730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3800067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2">
            <a:extLst>
              <a:ext uri="{FF2B5EF4-FFF2-40B4-BE49-F238E27FC236}">
                <a16:creationId xmlns:a16="http://schemas.microsoft.com/office/drawing/2014/main" id="{68DD7975-7411-7C0D-B03D-EE8ADA29F14D}"/>
              </a:ext>
            </a:extLst>
          </p:cNvPr>
          <p:cNvSpPr/>
          <p:nvPr/>
        </p:nvSpPr>
        <p:spPr>
          <a:xfrm>
            <a:off x="154056" y="4503531"/>
            <a:ext cx="8785639" cy="46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70"/>
              </a:lnSpc>
              <a:spcAft>
                <a:spcPts val="600"/>
              </a:spcAft>
            </a:pPr>
            <a:r>
              <a:rPr lang="en-US" sz="12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Daniel Oliveira </a:t>
            </a:r>
            <a:r>
              <a:rPr lang="en-US" sz="1200">
                <a:solidFill>
                  <a:schemeClr val="bg1"/>
                </a:solidFill>
                <a:ea typeface="+mn-lt"/>
                <a:cs typeface="+mn-lt"/>
              </a:rPr>
              <a:t>·</a:t>
            </a:r>
            <a:r>
              <a:rPr lang="en-US" sz="12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 Lázaro Sá 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sz="12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 Ricardo Carmo 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sz="12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 Tiago Brito 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sz="12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 Miguel Mota 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en-US" sz="12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 Pedro Cunha</a:t>
            </a:r>
          </a:p>
          <a:p>
            <a:pPr>
              <a:lnSpc>
                <a:spcPts val="1470"/>
              </a:lnSpc>
              <a:spcAft>
                <a:spcPts val="600"/>
              </a:spcAft>
            </a:pPr>
            <a:r>
              <a:rPr lang="en-US" sz="1200" err="1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Orientação</a:t>
            </a:r>
            <a:r>
              <a:rPr lang="en-US" sz="120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: Nuno Lau • Luís Paulo Reis</a:t>
            </a:r>
            <a:br>
              <a:rPr lang="en-US" sz="70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7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EF81B-1708-AE41-0C74-DFCC4D095FDE}"/>
              </a:ext>
            </a:extLst>
          </p:cNvPr>
          <p:cNvSpPr txBox="1"/>
          <p:nvPr/>
        </p:nvSpPr>
        <p:spPr>
          <a:xfrm>
            <a:off x="8735785" y="4683331"/>
            <a:ext cx="408214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422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1A158-3F5E-1FF3-33A9-F36DE0F0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89488641-C696-310A-B687-00B6A3D19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E17B1E9-EF06-323B-F126-6B285CD24CF4}"/>
              </a:ext>
            </a:extLst>
          </p:cNvPr>
          <p:cNvSpPr/>
          <p:nvPr/>
        </p:nvSpPr>
        <p:spPr>
          <a:xfrm>
            <a:off x="480060" y="3583304"/>
            <a:ext cx="2564242" cy="10590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>
                <a:solidFill>
                  <a:schemeClr val="bg1"/>
                </a:solidFill>
                <a:ea typeface="+mn-lt"/>
                <a:cs typeface="+mn-lt"/>
              </a:rPr>
              <a:t>Functional Requirements </a:t>
            </a:r>
            <a:endParaRPr lang="pt-PT" sz="3300" b="1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4" name="Picture 3" descr="A video game of a football field&#10;&#10;AI-generated content may be incorrect.">
            <a:extLst>
              <a:ext uri="{FF2B5EF4-FFF2-40B4-BE49-F238E27FC236}">
                <a16:creationId xmlns:a16="http://schemas.microsoft.com/office/drawing/2014/main" id="{46B2A3BD-1AF1-55DC-6DA0-40D3C83F44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87" b="16945"/>
          <a:stretch>
            <a:fillRect/>
          </a:stretch>
        </p:blipFill>
        <p:spPr>
          <a:xfrm>
            <a:off x="20" y="10"/>
            <a:ext cx="9143980" cy="3418812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62" name="sketch line">
            <a:extLst>
              <a:ext uri="{FF2B5EF4-FFF2-40B4-BE49-F238E27FC236}">
                <a16:creationId xmlns:a16="http://schemas.microsoft.com/office/drawing/2014/main" id="{17468F50-D839-3013-841B-B4EF2BE52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45979" y="4101155"/>
            <a:ext cx="1028700" cy="13716"/>
          </a:xfrm>
          <a:custGeom>
            <a:avLst/>
            <a:gdLst>
              <a:gd name="csX0" fmla="*/ 0 w 1028700"/>
              <a:gd name="csY0" fmla="*/ 0 h 13716"/>
              <a:gd name="csX1" fmla="*/ 514350 w 1028700"/>
              <a:gd name="csY1" fmla="*/ 0 h 13716"/>
              <a:gd name="csX2" fmla="*/ 1028700 w 1028700"/>
              <a:gd name="csY2" fmla="*/ 0 h 13716"/>
              <a:gd name="csX3" fmla="*/ 1028700 w 1028700"/>
              <a:gd name="csY3" fmla="*/ 13716 h 13716"/>
              <a:gd name="csX4" fmla="*/ 534924 w 1028700"/>
              <a:gd name="csY4" fmla="*/ 13716 h 13716"/>
              <a:gd name="csX5" fmla="*/ 0 w 1028700"/>
              <a:gd name="csY5" fmla="*/ 13716 h 13716"/>
              <a:gd name="csX6" fmla="*/ 0 w 10287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8700" h="13716" fill="none" extrusionOk="0">
                <a:moveTo>
                  <a:pt x="0" y="0"/>
                </a:moveTo>
                <a:cubicBezTo>
                  <a:pt x="159103" y="5908"/>
                  <a:pt x="283127" y="-17057"/>
                  <a:pt x="514350" y="0"/>
                </a:cubicBezTo>
                <a:cubicBezTo>
                  <a:pt x="745573" y="17057"/>
                  <a:pt x="878414" y="-1877"/>
                  <a:pt x="1028700" y="0"/>
                </a:cubicBezTo>
                <a:cubicBezTo>
                  <a:pt x="1028227" y="2892"/>
                  <a:pt x="1028329" y="8681"/>
                  <a:pt x="1028700" y="13716"/>
                </a:cubicBezTo>
                <a:cubicBezTo>
                  <a:pt x="804463" y="30121"/>
                  <a:pt x="680607" y="36599"/>
                  <a:pt x="534924" y="13716"/>
                </a:cubicBezTo>
                <a:cubicBezTo>
                  <a:pt x="389241" y="-9167"/>
                  <a:pt x="254033" y="29733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028700" h="13716" stroke="0" extrusionOk="0">
                <a:moveTo>
                  <a:pt x="0" y="0"/>
                </a:moveTo>
                <a:cubicBezTo>
                  <a:pt x="132498" y="-16041"/>
                  <a:pt x="372442" y="-9836"/>
                  <a:pt x="483489" y="0"/>
                </a:cubicBezTo>
                <a:cubicBezTo>
                  <a:pt x="594536" y="9836"/>
                  <a:pt x="776411" y="-18582"/>
                  <a:pt x="1028700" y="0"/>
                </a:cubicBezTo>
                <a:cubicBezTo>
                  <a:pt x="1029328" y="6235"/>
                  <a:pt x="1028359" y="10206"/>
                  <a:pt x="1028700" y="13716"/>
                </a:cubicBezTo>
                <a:cubicBezTo>
                  <a:pt x="920512" y="35167"/>
                  <a:pt x="645731" y="-2813"/>
                  <a:pt x="534924" y="13716"/>
                </a:cubicBezTo>
                <a:cubicBezTo>
                  <a:pt x="424117" y="30245"/>
                  <a:pt x="143083" y="-7763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BA6665-0600-59ED-C064-E2340589C796}"/>
              </a:ext>
            </a:extLst>
          </p:cNvPr>
          <p:cNvSpPr/>
          <p:nvPr/>
        </p:nvSpPr>
        <p:spPr>
          <a:xfrm>
            <a:off x="3252595" y="3521873"/>
            <a:ext cx="5214040" cy="1486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500">
                <a:solidFill>
                  <a:schemeClr val="bg1"/>
                </a:solidFill>
                <a:ea typeface="+mn-lt"/>
                <a:cs typeface="+mn-lt"/>
              </a:rPr>
              <a:t>RF1 The agents must be able to run, shoot, get up, dribble and                              intercept the ball.</a:t>
            </a:r>
            <a:endParaRPr lang="en-US" sz="1500">
              <a:solidFill>
                <a:schemeClr val="bg1"/>
              </a:solidFill>
              <a:ea typeface="Calibri"/>
              <a:cs typeface="Calibri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1200">
              <a:solidFill>
                <a:schemeClr val="bg1"/>
              </a:solidFill>
              <a:ea typeface="+mn-lt"/>
              <a:cs typeface="+mn-lt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pt-PT" sz="1500">
                <a:solidFill>
                  <a:schemeClr val="bg1"/>
                </a:solidFill>
                <a:ea typeface="+mn-lt"/>
                <a:cs typeface="+mn-lt"/>
              </a:rPr>
              <a:t>RF2 The team must coordenate to score goals and avoid conceding.</a:t>
            </a:r>
            <a:endParaRPr lang="pt-PT" sz="15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pt-PT" sz="1200">
              <a:solidFill>
                <a:schemeClr val="bg1"/>
              </a:solidFill>
              <a:ea typeface="+mn-lt"/>
              <a:cs typeface="+mn-lt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pt-PT" sz="1500">
                <a:solidFill>
                  <a:schemeClr val="bg1"/>
                </a:solidFill>
                <a:ea typeface="+mn-lt"/>
                <a:cs typeface="+mn-lt"/>
              </a:rPr>
              <a:t>RF3 Keeper specific behaviours need to be implemented.</a:t>
            </a:r>
            <a:br>
              <a:rPr lang="pt-PT" sz="1200">
                <a:ea typeface="+mn-lt"/>
                <a:cs typeface="+mn-lt"/>
              </a:rPr>
            </a:br>
            <a:endParaRPr lang="pt-PT" sz="1200">
              <a:solidFill>
                <a:schemeClr val="bg1"/>
              </a:solidFill>
              <a:ea typeface="+mn-lt"/>
              <a:cs typeface="+mn-lt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AutoNum type="arabicPeriod"/>
            </a:pPr>
            <a:endParaRPr lang="pt-PT" sz="10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0E6DC-1ED8-D788-19C1-09CBA89F04B4}"/>
              </a:ext>
            </a:extLst>
          </p:cNvPr>
          <p:cNvSpPr txBox="1"/>
          <p:nvPr/>
        </p:nvSpPr>
        <p:spPr>
          <a:xfrm>
            <a:off x="8735785" y="4683331"/>
            <a:ext cx="408214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940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F4B04-252B-C8D0-820A-E7E930BC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1E028D5D-210F-40ED-3CA1-DA9EAFEFE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99905B4-A2B9-560E-F342-B762C83C00BF}"/>
              </a:ext>
            </a:extLst>
          </p:cNvPr>
          <p:cNvSpPr/>
          <p:nvPr/>
        </p:nvSpPr>
        <p:spPr>
          <a:xfrm>
            <a:off x="480060" y="3590107"/>
            <a:ext cx="2611867" cy="1031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Nonfunctional Requirements</a:t>
            </a:r>
          </a:p>
        </p:txBody>
      </p:sp>
      <p:pic>
        <p:nvPicPr>
          <p:cNvPr id="4" name="Picture 3" descr="A video game of a football field&#10;&#10;AI-generated content may be incorrect.">
            <a:extLst>
              <a:ext uri="{FF2B5EF4-FFF2-40B4-BE49-F238E27FC236}">
                <a16:creationId xmlns:a16="http://schemas.microsoft.com/office/drawing/2014/main" id="{8A843E85-9A62-4C68-A3A2-8D01990D1C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87" b="16945"/>
          <a:stretch>
            <a:fillRect/>
          </a:stretch>
        </p:blipFill>
        <p:spPr>
          <a:xfrm>
            <a:off x="20" y="10"/>
            <a:ext cx="9143980" cy="3418812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62" name="sketch line">
            <a:extLst>
              <a:ext uri="{FF2B5EF4-FFF2-40B4-BE49-F238E27FC236}">
                <a16:creationId xmlns:a16="http://schemas.microsoft.com/office/drawing/2014/main" id="{CB5BA7C3-B454-8A9C-29A4-41DB2BBE2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45979" y="4101155"/>
            <a:ext cx="1028700" cy="13716"/>
          </a:xfrm>
          <a:custGeom>
            <a:avLst/>
            <a:gdLst>
              <a:gd name="csX0" fmla="*/ 0 w 1028700"/>
              <a:gd name="csY0" fmla="*/ 0 h 13716"/>
              <a:gd name="csX1" fmla="*/ 514350 w 1028700"/>
              <a:gd name="csY1" fmla="*/ 0 h 13716"/>
              <a:gd name="csX2" fmla="*/ 1028700 w 1028700"/>
              <a:gd name="csY2" fmla="*/ 0 h 13716"/>
              <a:gd name="csX3" fmla="*/ 1028700 w 1028700"/>
              <a:gd name="csY3" fmla="*/ 13716 h 13716"/>
              <a:gd name="csX4" fmla="*/ 534924 w 1028700"/>
              <a:gd name="csY4" fmla="*/ 13716 h 13716"/>
              <a:gd name="csX5" fmla="*/ 0 w 1028700"/>
              <a:gd name="csY5" fmla="*/ 13716 h 13716"/>
              <a:gd name="csX6" fmla="*/ 0 w 10287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28700" h="13716" fill="none" extrusionOk="0">
                <a:moveTo>
                  <a:pt x="0" y="0"/>
                </a:moveTo>
                <a:cubicBezTo>
                  <a:pt x="159103" y="5908"/>
                  <a:pt x="283127" y="-17057"/>
                  <a:pt x="514350" y="0"/>
                </a:cubicBezTo>
                <a:cubicBezTo>
                  <a:pt x="745573" y="17057"/>
                  <a:pt x="878414" y="-1877"/>
                  <a:pt x="1028700" y="0"/>
                </a:cubicBezTo>
                <a:cubicBezTo>
                  <a:pt x="1028227" y="2892"/>
                  <a:pt x="1028329" y="8681"/>
                  <a:pt x="1028700" y="13716"/>
                </a:cubicBezTo>
                <a:cubicBezTo>
                  <a:pt x="804463" y="30121"/>
                  <a:pt x="680607" y="36599"/>
                  <a:pt x="534924" y="13716"/>
                </a:cubicBezTo>
                <a:cubicBezTo>
                  <a:pt x="389241" y="-9167"/>
                  <a:pt x="254033" y="29733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028700" h="13716" stroke="0" extrusionOk="0">
                <a:moveTo>
                  <a:pt x="0" y="0"/>
                </a:moveTo>
                <a:cubicBezTo>
                  <a:pt x="132498" y="-16041"/>
                  <a:pt x="372442" y="-9836"/>
                  <a:pt x="483489" y="0"/>
                </a:cubicBezTo>
                <a:cubicBezTo>
                  <a:pt x="594536" y="9836"/>
                  <a:pt x="776411" y="-18582"/>
                  <a:pt x="1028700" y="0"/>
                </a:cubicBezTo>
                <a:cubicBezTo>
                  <a:pt x="1029328" y="6235"/>
                  <a:pt x="1028359" y="10206"/>
                  <a:pt x="1028700" y="13716"/>
                </a:cubicBezTo>
                <a:cubicBezTo>
                  <a:pt x="920512" y="35167"/>
                  <a:pt x="645731" y="-2813"/>
                  <a:pt x="534924" y="13716"/>
                </a:cubicBezTo>
                <a:cubicBezTo>
                  <a:pt x="424117" y="30245"/>
                  <a:pt x="143083" y="-7763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379D1D-617B-8953-673B-16483CE73BC8}"/>
              </a:ext>
            </a:extLst>
          </p:cNvPr>
          <p:cNvSpPr/>
          <p:nvPr/>
        </p:nvSpPr>
        <p:spPr>
          <a:xfrm>
            <a:off x="3266203" y="3420637"/>
            <a:ext cx="5880790" cy="1724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RNF1 The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behaviours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 must be robust in different game </a:t>
            </a:r>
            <a:r>
              <a:rPr lang="en-US" sz="1400" err="1">
                <a:solidFill>
                  <a:schemeClr val="bg1"/>
                </a:solidFill>
                <a:ea typeface="+mn-lt"/>
                <a:cs typeface="+mn-lt"/>
              </a:rPr>
              <a:t>conditions.</a:t>
            </a:r>
            <a:endParaRPr lang="en-US" sz="1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1200">
              <a:solidFill>
                <a:schemeClr val="bg1"/>
              </a:solidFill>
              <a:ea typeface="+mn-lt"/>
              <a:cs typeface="+mn-lt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pt-PT" sz="1400">
                <a:solidFill>
                  <a:schemeClr val="bg1"/>
                </a:solidFill>
                <a:ea typeface="+mn-lt"/>
                <a:cs typeface="+mn-lt"/>
              </a:rPr>
              <a:t>RNF2 The computational efficiency must be compatible with the 3D         simulator.</a:t>
            </a:r>
            <a:endParaRPr lang="pt-PT" sz="1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pt-PT" sz="1200">
              <a:solidFill>
                <a:schemeClr val="bg1"/>
              </a:solidFill>
              <a:ea typeface="+mn-lt"/>
              <a:cs typeface="+mn-lt"/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pt-PT" sz="1400">
                <a:solidFill>
                  <a:schemeClr val="bg1"/>
                </a:solidFill>
                <a:ea typeface="+mn-lt"/>
                <a:cs typeface="+mn-lt"/>
              </a:rPr>
              <a:t>RNF3 The integration into the existing FC Portugal codebase must be        seemless.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pt-PT" sz="105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4D449-B155-DB4E-11DE-5FF4093FD669}"/>
              </a:ext>
            </a:extLst>
          </p:cNvPr>
          <p:cNvSpPr txBox="1"/>
          <p:nvPr/>
        </p:nvSpPr>
        <p:spPr>
          <a:xfrm>
            <a:off x="8735785" y="4683331"/>
            <a:ext cx="408214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688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B5EB2-46CD-8F30-246B-55F7D770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EF946F-BB98-090D-411C-E4C19656358E}"/>
              </a:ext>
            </a:extLst>
          </p:cNvPr>
          <p:cNvSpPr txBox="1"/>
          <p:nvPr/>
        </p:nvSpPr>
        <p:spPr>
          <a:xfrm>
            <a:off x="608610" y="301831"/>
            <a:ext cx="4695700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100" b="1">
                <a:solidFill>
                  <a:schemeClr val="bg1"/>
                </a:solidFill>
                <a:ea typeface="Calibri"/>
                <a:cs typeface="Calibri"/>
              </a:rPr>
              <a:t>Requirements Priority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2342A8-0D7D-0BF1-1D90-C707033DE831}"/>
              </a:ext>
            </a:extLst>
          </p:cNvPr>
          <p:cNvCxnSpPr/>
          <p:nvPr/>
        </p:nvCxnSpPr>
        <p:spPr>
          <a:xfrm flipV="1">
            <a:off x="608610" y="976621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227FF38-E10E-32B6-BC4B-08119E591983}"/>
              </a:ext>
            </a:extLst>
          </p:cNvPr>
          <p:cNvSpPr txBox="1"/>
          <p:nvPr/>
        </p:nvSpPr>
        <p:spPr>
          <a:xfrm>
            <a:off x="8735785" y="4683331"/>
            <a:ext cx="408214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4</a:t>
            </a:r>
          </a:p>
        </p:txBody>
      </p:sp>
      <p:pic>
        <p:nvPicPr>
          <p:cNvPr id="4" name="Imagem 3" descr="Forma, Retângulo&#10;&#10;O conteúdo gerado por IA pode estar incorreto.">
            <a:extLst>
              <a:ext uri="{FF2B5EF4-FFF2-40B4-BE49-F238E27FC236}">
                <a16:creationId xmlns:a16="http://schemas.microsoft.com/office/drawing/2014/main" id="{51305210-B9A5-C744-5DDF-9BCAF926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233178"/>
            <a:ext cx="2660692" cy="628650"/>
          </a:xfrm>
          <a:prstGeom prst="rect">
            <a:avLst/>
          </a:prstGeom>
        </p:spPr>
      </p:pic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BE18772C-FC13-5AF1-0301-C72F31FD1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457" y="1233178"/>
            <a:ext cx="2660692" cy="628650"/>
          </a:xfrm>
          <a:prstGeom prst="rect">
            <a:avLst/>
          </a:prstGeom>
        </p:spPr>
      </p:pic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84F53AE0-1025-41F7-CC36-4A2CE3537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782" y="1233178"/>
            <a:ext cx="2660692" cy="6286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1DC9A66-508F-F042-1602-7C6D48148151}"/>
              </a:ext>
            </a:extLst>
          </p:cNvPr>
          <p:cNvSpPr txBox="1"/>
          <p:nvPr/>
        </p:nvSpPr>
        <p:spPr>
          <a:xfrm>
            <a:off x="1358240" y="1365662"/>
            <a:ext cx="7422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HIGH</a:t>
            </a:r>
            <a:endParaRPr lang="pt-BR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17F466-492F-A485-DED2-E6B09F290302}"/>
              </a:ext>
            </a:extLst>
          </p:cNvPr>
          <p:cNvSpPr txBox="1"/>
          <p:nvPr/>
        </p:nvSpPr>
        <p:spPr>
          <a:xfrm>
            <a:off x="3978233" y="1365662"/>
            <a:ext cx="987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err="1">
                <a:solidFill>
                  <a:schemeClr val="bg1"/>
                </a:solidFill>
                <a:ea typeface="+mn-lt"/>
                <a:cs typeface="+mn-lt"/>
              </a:rPr>
              <a:t>Medium</a:t>
            </a:r>
            <a:endParaRPr lang="pt-BR" err="1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CAFB955-5B34-4017-806C-38670AF834E5}"/>
              </a:ext>
            </a:extLst>
          </p:cNvPr>
          <p:cNvSpPr txBox="1"/>
          <p:nvPr/>
        </p:nvSpPr>
        <p:spPr>
          <a:xfrm>
            <a:off x="6709557" y="1365662"/>
            <a:ext cx="987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err="1">
                <a:solidFill>
                  <a:schemeClr val="bg1"/>
                </a:solidFill>
                <a:ea typeface="+mn-lt"/>
                <a:cs typeface="+mn-lt"/>
              </a:rPr>
              <a:t>Low</a:t>
            </a:r>
            <a:endParaRPr lang="pt-BR" err="1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3" name="Imagem 12" descr="Forma, Retângulo&#10;&#10;O conteúdo gerado por IA pode estar incorreto.">
            <a:extLst>
              <a:ext uri="{FF2B5EF4-FFF2-40B4-BE49-F238E27FC236}">
                <a16:creationId xmlns:a16="http://schemas.microsoft.com/office/drawing/2014/main" id="{148EE96B-4517-7CB9-06D0-1B7913120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8" y="1939760"/>
            <a:ext cx="2660692" cy="907721"/>
          </a:xfrm>
          <a:prstGeom prst="rect">
            <a:avLst/>
          </a:prstGeom>
        </p:spPr>
      </p:pic>
      <p:pic>
        <p:nvPicPr>
          <p:cNvPr id="15" name="Imagem 14" descr="Forma, Retângulo&#10;&#10;O conteúdo gerado por IA pode estar incorreto.">
            <a:extLst>
              <a:ext uri="{FF2B5EF4-FFF2-40B4-BE49-F238E27FC236}">
                <a16:creationId xmlns:a16="http://schemas.microsoft.com/office/drawing/2014/main" id="{ED27A801-01D3-D797-23E4-8BA66034E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456" y="1939759"/>
            <a:ext cx="2660692" cy="907720"/>
          </a:xfrm>
          <a:prstGeom prst="rect">
            <a:avLst/>
          </a:prstGeom>
        </p:spPr>
      </p:pic>
      <p:pic>
        <p:nvPicPr>
          <p:cNvPr id="17" name="Imagem 1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D9A2E628-A201-389A-F987-9EEFBABC3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781" y="1939759"/>
            <a:ext cx="2660692" cy="907721"/>
          </a:xfrm>
          <a:prstGeom prst="rect">
            <a:avLst/>
          </a:prstGeom>
        </p:spPr>
      </p:pic>
      <p:pic>
        <p:nvPicPr>
          <p:cNvPr id="19" name="Imagem 18" descr="Forma, Retângulo&#10;&#10;O conteúdo gerado por IA pode estar incorreto.">
            <a:extLst>
              <a:ext uri="{FF2B5EF4-FFF2-40B4-BE49-F238E27FC236}">
                <a16:creationId xmlns:a16="http://schemas.microsoft.com/office/drawing/2014/main" id="{9B6C65CE-3D2D-DDB9-2726-0975FC93F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" y="2926895"/>
            <a:ext cx="2660692" cy="907721"/>
          </a:xfrm>
          <a:prstGeom prst="rect">
            <a:avLst/>
          </a:prstGeom>
        </p:spPr>
      </p:pic>
      <p:pic>
        <p:nvPicPr>
          <p:cNvPr id="20" name="Imagem 19" descr="Forma, Retângulo&#10;&#10;O conteúdo gerado por IA pode estar incorreto.">
            <a:extLst>
              <a:ext uri="{FF2B5EF4-FFF2-40B4-BE49-F238E27FC236}">
                <a16:creationId xmlns:a16="http://schemas.microsoft.com/office/drawing/2014/main" id="{16055612-FDA2-5B84-9C2A-7684AD91A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455" y="2926894"/>
            <a:ext cx="2660692" cy="907721"/>
          </a:xfrm>
          <a:prstGeom prst="rect">
            <a:avLst/>
          </a:prstGeom>
        </p:spPr>
      </p:pic>
      <p:pic>
        <p:nvPicPr>
          <p:cNvPr id="21" name="Imagem 20" descr="Forma, Retângulo&#10;&#10;O conteúdo gerado por IA pode estar incorreto.">
            <a:extLst>
              <a:ext uri="{FF2B5EF4-FFF2-40B4-BE49-F238E27FC236}">
                <a16:creationId xmlns:a16="http://schemas.microsoft.com/office/drawing/2014/main" id="{D38E10E4-8959-0FDF-DCEE-4B93D4441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456" y="3891765"/>
            <a:ext cx="2660692" cy="90772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0C661596-981A-D0A9-8C61-BF1952F53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70" y="1936012"/>
            <a:ext cx="210669" cy="912159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BEABD849-A031-B78F-C316-87DBE8A47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70" y="2927732"/>
            <a:ext cx="210669" cy="912159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B7654C09-609B-25FD-50E7-330D6098D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1569" y="1933575"/>
            <a:ext cx="171450" cy="90655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3910700D-CD48-E7A3-22F8-B02EBD190C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1569" y="3889001"/>
            <a:ext cx="171450" cy="90655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F8347690-859A-5D66-5BBF-4508E0F58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1568" y="2925295"/>
            <a:ext cx="171450" cy="906556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19A3806-EEF1-8D6E-C628-1AA2D22E29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0201" y="1933576"/>
            <a:ext cx="171450" cy="90655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C3BB1AC-A776-71FB-15C7-06CE64074A41}"/>
              </a:ext>
            </a:extLst>
          </p:cNvPr>
          <p:cNvSpPr txBox="1"/>
          <p:nvPr/>
        </p:nvSpPr>
        <p:spPr>
          <a:xfrm>
            <a:off x="759278" y="2024742"/>
            <a:ext cx="8164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>
                <a:solidFill>
                  <a:srgbClr val="FF0000"/>
                </a:solidFill>
                <a:ea typeface="Calibri"/>
                <a:cs typeface="Calibri"/>
              </a:rPr>
              <a:t>RF1</a:t>
            </a:r>
            <a:endParaRPr lang="pt-PT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E16CF7B-E7E9-3677-E1CA-4E98CE745C86}"/>
              </a:ext>
            </a:extLst>
          </p:cNvPr>
          <p:cNvSpPr txBox="1"/>
          <p:nvPr/>
        </p:nvSpPr>
        <p:spPr>
          <a:xfrm>
            <a:off x="759279" y="2383971"/>
            <a:ext cx="220435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>
                <a:solidFill>
                  <a:schemeClr val="bg2"/>
                </a:solidFill>
                <a:ea typeface="Calibri"/>
                <a:cs typeface="Calibri"/>
              </a:rPr>
              <a:t>Motion &amp; Ball Interaction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D67889-6FE0-C7E4-03BB-43CCE8997F46}"/>
              </a:ext>
            </a:extLst>
          </p:cNvPr>
          <p:cNvSpPr txBox="1"/>
          <p:nvPr/>
        </p:nvSpPr>
        <p:spPr>
          <a:xfrm>
            <a:off x="759278" y="3012621"/>
            <a:ext cx="8164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>
                <a:solidFill>
                  <a:srgbClr val="FF0000"/>
                </a:solidFill>
                <a:ea typeface="Calibri"/>
                <a:cs typeface="Calibri"/>
              </a:rPr>
              <a:t>RF2</a:t>
            </a:r>
            <a:endParaRPr lang="pt-PT">
              <a:solidFill>
                <a:srgbClr val="FF000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853E3EB-9A9D-53AF-9D6F-E4C437882434}"/>
              </a:ext>
            </a:extLst>
          </p:cNvPr>
          <p:cNvSpPr txBox="1"/>
          <p:nvPr/>
        </p:nvSpPr>
        <p:spPr>
          <a:xfrm>
            <a:off x="759279" y="3371850"/>
            <a:ext cx="220435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>
                <a:solidFill>
                  <a:schemeClr val="bg2"/>
                </a:solidFill>
                <a:ea typeface="Calibri"/>
                <a:cs typeface="Calibri"/>
              </a:rPr>
              <a:t>Team Coordination</a:t>
            </a:r>
            <a:endParaRPr lang="pt-PT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17CB7C4-FBCF-CFFE-C5C8-B0F6296C88DD}"/>
              </a:ext>
            </a:extLst>
          </p:cNvPr>
          <p:cNvSpPr txBox="1"/>
          <p:nvPr/>
        </p:nvSpPr>
        <p:spPr>
          <a:xfrm>
            <a:off x="3428999" y="3967842"/>
            <a:ext cx="8164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>
                <a:solidFill>
                  <a:schemeClr val="accent4"/>
                </a:solidFill>
                <a:ea typeface="Calibri"/>
                <a:cs typeface="Calibri"/>
              </a:rPr>
              <a:t>RNF3</a:t>
            </a:r>
            <a:endParaRPr lang="pt-PT">
              <a:solidFill>
                <a:schemeClr val="accent4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95940EC-6444-F324-66C8-1214690B7BA5}"/>
              </a:ext>
            </a:extLst>
          </p:cNvPr>
          <p:cNvSpPr txBox="1"/>
          <p:nvPr/>
        </p:nvSpPr>
        <p:spPr>
          <a:xfrm>
            <a:off x="3429000" y="4343400"/>
            <a:ext cx="220435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>
                <a:solidFill>
                  <a:schemeClr val="bg2"/>
                </a:solidFill>
                <a:ea typeface="Calibri"/>
                <a:cs typeface="Calibri"/>
              </a:rPr>
              <a:t>Integration</a:t>
            </a:r>
            <a:endParaRPr lang="pt-PT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D680C50-3980-7D4E-1A97-C9B74033D88D}"/>
              </a:ext>
            </a:extLst>
          </p:cNvPr>
          <p:cNvSpPr txBox="1"/>
          <p:nvPr/>
        </p:nvSpPr>
        <p:spPr>
          <a:xfrm>
            <a:off x="3469820" y="3012620"/>
            <a:ext cx="8164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>
                <a:solidFill>
                  <a:schemeClr val="accent4"/>
                </a:solidFill>
                <a:ea typeface="Calibri"/>
                <a:cs typeface="Calibri"/>
              </a:rPr>
              <a:t>RNF1</a:t>
            </a:r>
            <a:endParaRPr lang="pt-PT">
              <a:solidFill>
                <a:schemeClr val="accent4"/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E662EC4-DF27-6356-B13A-240D99192CB0}"/>
              </a:ext>
            </a:extLst>
          </p:cNvPr>
          <p:cNvSpPr txBox="1"/>
          <p:nvPr/>
        </p:nvSpPr>
        <p:spPr>
          <a:xfrm>
            <a:off x="3469821" y="3380014"/>
            <a:ext cx="220435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>
                <a:solidFill>
                  <a:schemeClr val="bg2"/>
                </a:solidFill>
                <a:ea typeface="Calibri"/>
                <a:cs typeface="Calibri"/>
              </a:rPr>
              <a:t>Robustness</a:t>
            </a:r>
            <a:endParaRPr lang="pt-PT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4FBFEE3-0317-53CE-03D9-F77C0E67B189}"/>
              </a:ext>
            </a:extLst>
          </p:cNvPr>
          <p:cNvSpPr txBox="1"/>
          <p:nvPr/>
        </p:nvSpPr>
        <p:spPr>
          <a:xfrm>
            <a:off x="3486148" y="2016577"/>
            <a:ext cx="8164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>
                <a:solidFill>
                  <a:schemeClr val="accent4"/>
                </a:solidFill>
                <a:ea typeface="Calibri"/>
                <a:cs typeface="Calibri"/>
              </a:rPr>
              <a:t>RF3</a:t>
            </a:r>
            <a:endParaRPr lang="pt-PT">
              <a:solidFill>
                <a:schemeClr val="accent4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1CB4794-1748-1244-B9D6-233242804ED5}"/>
              </a:ext>
            </a:extLst>
          </p:cNvPr>
          <p:cNvSpPr txBox="1"/>
          <p:nvPr/>
        </p:nvSpPr>
        <p:spPr>
          <a:xfrm>
            <a:off x="3486149" y="2383971"/>
            <a:ext cx="220435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>
                <a:solidFill>
                  <a:schemeClr val="bg2"/>
                </a:solidFill>
                <a:ea typeface="Calibri"/>
                <a:cs typeface="Calibri"/>
              </a:rPr>
              <a:t>Goalkeeper</a:t>
            </a:r>
            <a:endParaRPr lang="pt-PT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483B0B42-FCD6-6AF8-856D-410A9A2B28F6}"/>
              </a:ext>
            </a:extLst>
          </p:cNvPr>
          <p:cNvSpPr txBox="1"/>
          <p:nvPr/>
        </p:nvSpPr>
        <p:spPr>
          <a:xfrm>
            <a:off x="6221184" y="2024741"/>
            <a:ext cx="8164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>
                <a:solidFill>
                  <a:schemeClr val="accent6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RNF2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18D3B67-430D-420C-26A5-5C1FA5FD2408}"/>
              </a:ext>
            </a:extLst>
          </p:cNvPr>
          <p:cNvSpPr txBox="1"/>
          <p:nvPr/>
        </p:nvSpPr>
        <p:spPr>
          <a:xfrm>
            <a:off x="6221185" y="2392135"/>
            <a:ext cx="220435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>
                <a:solidFill>
                  <a:schemeClr val="bg2"/>
                </a:solidFill>
                <a:ea typeface="Calibri"/>
                <a:cs typeface="Calibri"/>
              </a:rPr>
              <a:t>Computational Efficiency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866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ma imagem com captura de ecrã, relva, desporto, Relva artificial&#10;&#10;Os conteúdos gerados por IA poderão estar incorretos.">
            <a:extLst>
              <a:ext uri="{FF2B5EF4-FFF2-40B4-BE49-F238E27FC236}">
                <a16:creationId xmlns:a16="http://schemas.microsoft.com/office/drawing/2014/main" id="{1748FA3E-8584-1517-0CB0-249091EB9F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8" r="9213" b="6585"/>
          <a:stretch>
            <a:fillRect/>
          </a:stretch>
        </p:blipFill>
        <p:spPr>
          <a:xfrm>
            <a:off x="2641851" y="10"/>
            <a:ext cx="6502149" cy="51434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78320" y="870966"/>
            <a:ext cx="2578608" cy="8435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b="1">
                <a:solidFill>
                  <a:schemeClr val="bg1"/>
                </a:solidFill>
                <a:latin typeface="+mj-lt"/>
                <a:ea typeface="Calibri Light"/>
                <a:cs typeface="Calibri Light"/>
              </a:rPr>
              <a:t>Previous Works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1832610"/>
            <a:ext cx="2475738" cy="685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5657" y="2068229"/>
            <a:ext cx="3603426" cy="24054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  <a:ea typeface="Calibri"/>
                <a:cs typeface="Calibri"/>
              </a:rPr>
              <a:t>Teams made for the legacy version of the simulator, for example:</a:t>
            </a: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Courier New" panose="020B0604020202020204" pitchFamily="34" charset="0"/>
              <a:buChar char="o"/>
            </a:pPr>
            <a:endParaRPr lang="en-US" sz="1300">
              <a:solidFill>
                <a:schemeClr val="bg1"/>
              </a:solidFill>
              <a:ea typeface="Calibri"/>
              <a:cs typeface="Calibri"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Courier New" panose="020B0604020202020204" pitchFamily="34" charset="0"/>
              <a:buChar char="o"/>
            </a:pPr>
            <a:r>
              <a:rPr lang="en-US" sz="1300" err="1">
                <a:solidFill>
                  <a:schemeClr val="bg1"/>
                </a:solidFill>
                <a:ea typeface="Calibri"/>
                <a:cs typeface="Calibri"/>
              </a:rPr>
              <a:t>FCPortugal</a:t>
            </a:r>
            <a:r>
              <a:rPr lang="en-US" sz="1300">
                <a:solidFill>
                  <a:schemeClr val="bg1"/>
                </a:solidFill>
                <a:ea typeface="Calibri"/>
                <a:cs typeface="Calibri"/>
              </a:rPr>
              <a:t> (2004-2025)</a:t>
            </a:r>
            <a:endParaRPr lang="en-US">
              <a:solidFill>
                <a:schemeClr val="bg1"/>
              </a:solidFill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Courier New" panose="020B0604020202020204" pitchFamily="34" charset="0"/>
              <a:buChar char="o"/>
            </a:pPr>
            <a:endParaRPr lang="en-US" sz="1300">
              <a:solidFill>
                <a:schemeClr val="bg1"/>
              </a:solidFill>
              <a:ea typeface="Calibri"/>
              <a:cs typeface="Calibri"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Courier New" panose="020B0604020202020204" pitchFamily="34" charset="0"/>
              <a:buChar char="o"/>
            </a:pPr>
            <a:r>
              <a:rPr lang="en-US" sz="1300" err="1">
                <a:solidFill>
                  <a:schemeClr val="bg1"/>
                </a:solidFill>
                <a:ea typeface="Calibri"/>
                <a:cs typeface="Calibri"/>
              </a:rPr>
              <a:t>magmaOffenburg</a:t>
            </a:r>
            <a:r>
              <a:rPr lang="en-US" sz="1300">
                <a:solidFill>
                  <a:schemeClr val="bg1"/>
                </a:solidFill>
                <a:ea typeface="Calibri"/>
                <a:cs typeface="Calibri"/>
              </a:rPr>
              <a:t> (2009-2025)</a:t>
            </a:r>
            <a:endParaRPr lang="en-US">
              <a:solidFill>
                <a:schemeClr val="bg1"/>
              </a:solidFill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Courier New" panose="020B0604020202020204" pitchFamily="34" charset="0"/>
              <a:buChar char="o"/>
            </a:pPr>
            <a:endParaRPr lang="en-US" sz="1300">
              <a:solidFill>
                <a:schemeClr val="bg1"/>
              </a:solidFill>
              <a:ea typeface="Calibri"/>
              <a:cs typeface="Calibri"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Courier New" panose="020B0604020202020204" pitchFamily="34" charset="0"/>
              <a:buChar char="o"/>
            </a:pPr>
            <a:r>
              <a:rPr lang="en-US" sz="1300" err="1">
                <a:solidFill>
                  <a:schemeClr val="bg1"/>
                </a:solidFill>
                <a:ea typeface="Calibri"/>
                <a:cs typeface="Calibri"/>
              </a:rPr>
              <a:t>ITAndroids</a:t>
            </a:r>
            <a:r>
              <a:rPr lang="en-US" sz="1300">
                <a:solidFill>
                  <a:schemeClr val="bg1"/>
                </a:solidFill>
                <a:ea typeface="Calibri"/>
                <a:cs typeface="Calibri"/>
              </a:rPr>
              <a:t> (2012-2025)</a:t>
            </a:r>
            <a:endParaRPr lang="en-US">
              <a:solidFill>
                <a:schemeClr val="bg1"/>
              </a:solidFill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SzPct val="100000"/>
              <a:buFont typeface="Courier New" panose="020B0604020202020204" pitchFamily="34" charset="0"/>
              <a:buChar char="o"/>
            </a:pPr>
            <a:endParaRPr lang="en-US" sz="1300">
              <a:solidFill>
                <a:schemeClr val="bg1"/>
              </a:solidFill>
              <a:ea typeface="Calibri"/>
              <a:cs typeface="Calibri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13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36F21-3852-4AA0-4C0F-CCF07F142F0E}"/>
              </a:ext>
            </a:extLst>
          </p:cNvPr>
          <p:cNvSpPr txBox="1"/>
          <p:nvPr/>
        </p:nvSpPr>
        <p:spPr>
          <a:xfrm>
            <a:off x="8783411" y="4633232"/>
            <a:ext cx="3605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5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7744" y="1283920"/>
            <a:ext cx="7924182" cy="1049954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</a:pP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Related Works</a:t>
            </a:r>
          </a:p>
        </p:txBody>
      </p:sp>
      <p:sp>
        <p:nvSpPr>
          <p:cNvPr id="10" name="Text 8"/>
          <p:cNvSpPr/>
          <p:nvPr/>
        </p:nvSpPr>
        <p:spPr>
          <a:xfrm>
            <a:off x="928007" y="1375335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20"/>
              </a:lnSpc>
            </a:pPr>
            <a:r>
              <a:rPr lang="en-US" sz="2100" b="1">
                <a:solidFill>
                  <a:schemeClr val="accent2">
                    <a:lumMod val="76000"/>
                  </a:schemeClr>
                </a:solidFill>
                <a:latin typeface="Arial"/>
                <a:ea typeface="Calibri"/>
                <a:cs typeface="Arial"/>
              </a:rPr>
              <a:t>3D Simulation League</a:t>
            </a:r>
          </a:p>
        </p:txBody>
      </p:sp>
      <p:sp>
        <p:nvSpPr>
          <p:cNvPr id="11" name="Text 9"/>
          <p:cNvSpPr/>
          <p:nvPr/>
        </p:nvSpPr>
        <p:spPr>
          <a:xfrm>
            <a:off x="1408903" y="1808682"/>
            <a:ext cx="7461504" cy="48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96"/>
              </a:lnSpc>
              <a:buFont typeface="Wingdings"/>
              <a:buChar char="ü"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Rules</a:t>
            </a:r>
            <a:endParaRPr lang="en-US" err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ts val="1596"/>
              </a:lnSpc>
              <a:buFont typeface="Wingdings"/>
              <a:buChar char="ü"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Communication Channels</a:t>
            </a:r>
          </a:p>
          <a:p>
            <a:pPr marL="171450" indent="-171450">
              <a:lnSpc>
                <a:spcPts val="1596"/>
              </a:lnSpc>
              <a:buFont typeface="Wingdings"/>
              <a:buChar char="ü"/>
            </a:pP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Official Documentation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6D5B5D-B41B-E4AD-B0E6-5DCEB9B9B813}"/>
              </a:ext>
            </a:extLst>
          </p:cNvPr>
          <p:cNvCxnSpPr/>
          <p:nvPr/>
        </p:nvCxnSpPr>
        <p:spPr>
          <a:xfrm flipV="1">
            <a:off x="608610" y="1024246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B0F8BC7-C08A-EFF1-BAFD-131925764CD0}"/>
              </a:ext>
            </a:extLst>
          </p:cNvPr>
          <p:cNvSpPr txBox="1"/>
          <p:nvPr/>
        </p:nvSpPr>
        <p:spPr>
          <a:xfrm>
            <a:off x="8735785" y="4683331"/>
            <a:ext cx="408214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6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77D3FFDB-022C-36A4-9A69-EF5C0C732F42}"/>
              </a:ext>
            </a:extLst>
          </p:cNvPr>
          <p:cNvSpPr/>
          <p:nvPr/>
        </p:nvSpPr>
        <p:spPr>
          <a:xfrm>
            <a:off x="607743" y="2473307"/>
            <a:ext cx="7924182" cy="2496021"/>
          </a:xfrm>
          <a:prstGeom prst="rect">
            <a:avLst/>
          </a:prstGeom>
          <a:noFill/>
          <a:ln>
            <a:noFill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5AFCEEE9-B48C-8212-5B74-AFF7158CC11A}"/>
              </a:ext>
            </a:extLst>
          </p:cNvPr>
          <p:cNvSpPr/>
          <p:nvPr/>
        </p:nvSpPr>
        <p:spPr>
          <a:xfrm>
            <a:off x="922576" y="2571028"/>
            <a:ext cx="7461504" cy="32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20"/>
              </a:lnSpc>
            </a:pPr>
            <a:r>
              <a:rPr lang="en-US" sz="2100" b="1">
                <a:solidFill>
                  <a:schemeClr val="accent2">
                    <a:lumMod val="76000"/>
                  </a:schemeClr>
                </a:solidFill>
                <a:latin typeface="Arial"/>
                <a:ea typeface="Calibri"/>
                <a:cs typeface="Arial"/>
              </a:rPr>
              <a:t>Simulators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E7784-37B6-B4E1-E446-91AE0C36088D}"/>
              </a:ext>
            </a:extLst>
          </p:cNvPr>
          <p:cNvSpPr txBox="1"/>
          <p:nvPr/>
        </p:nvSpPr>
        <p:spPr>
          <a:xfrm>
            <a:off x="1484415" y="2966975"/>
            <a:ext cx="18930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  <a:ea typeface="Calibri"/>
                <a:cs typeface="Calibri"/>
              </a:rPr>
              <a:t>Mujoco</a:t>
            </a: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(In use)</a:t>
            </a: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750190-7F8E-FFA6-EBBC-5087C08CE60A}"/>
              </a:ext>
            </a:extLst>
          </p:cNvPr>
          <p:cNvSpPr txBox="1"/>
          <p:nvPr/>
        </p:nvSpPr>
        <p:spPr>
          <a:xfrm>
            <a:off x="5640899" y="2966974"/>
            <a:ext cx="19430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chemeClr val="bg1"/>
                </a:solidFill>
                <a:ea typeface="Calibri"/>
                <a:cs typeface="Calibri"/>
              </a:rPr>
              <a:t>SimSpark</a:t>
            </a: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(Legacy)</a:t>
            </a:r>
          </a:p>
        </p:txBody>
      </p:sp>
      <p:pic>
        <p:nvPicPr>
          <p:cNvPr id="15" name="Picture 14" descr="RoboCupSoccer Simulation League – 2D soccer simulation and 3D soccer  simulation">
            <a:extLst>
              <a:ext uri="{FF2B5EF4-FFF2-40B4-BE49-F238E27FC236}">
                <a16:creationId xmlns:a16="http://schemas.microsoft.com/office/drawing/2014/main" id="{FBF6D400-A35B-1A90-F191-E371A4727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896" y="3335323"/>
            <a:ext cx="2227982" cy="1532603"/>
          </a:xfrm>
          <a:prstGeom prst="rect">
            <a:avLst/>
          </a:prstGeom>
        </p:spPr>
      </p:pic>
      <p:pic>
        <p:nvPicPr>
          <p:cNvPr id="2" name="Picture 1" descr="A video game of a football game&#10;&#10;AI-generated content may be incorrect.">
            <a:extLst>
              <a:ext uri="{FF2B5EF4-FFF2-40B4-BE49-F238E27FC236}">
                <a16:creationId xmlns:a16="http://schemas.microsoft.com/office/drawing/2014/main" id="{4F393C72-5018-5F58-2F8B-B1AEE3486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845" y="3337034"/>
            <a:ext cx="2509346" cy="142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9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BD5C4-AB28-0C17-2A5D-8929D851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EFF32144-0C75-08FC-0E60-E5F3D7B18E32}"/>
              </a:ext>
            </a:extLst>
          </p:cNvPr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System </a:t>
            </a:r>
            <a:r>
              <a:rPr lang="en-US" sz="27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Arquitecture</a:t>
            </a:r>
          </a:p>
          <a:p>
            <a:pPr>
              <a:lnSpc>
                <a:spcPts val="3240"/>
              </a:lnSpc>
            </a:pPr>
            <a:endParaRPr lang="en-US" sz="2700" b="1">
              <a:solidFill>
                <a:schemeClr val="bg1"/>
              </a:solidFill>
              <a:latin typeface="Arial"/>
              <a:cs typeface="Arial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2E0A51-040A-E759-8C7A-A6065F7EAE8E}"/>
              </a:ext>
            </a:extLst>
          </p:cNvPr>
          <p:cNvCxnSpPr/>
          <p:nvPr/>
        </p:nvCxnSpPr>
        <p:spPr>
          <a:xfrm flipV="1">
            <a:off x="608610" y="1024246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D4D5B21-2BD1-46AE-8F66-71D9B68B05DA}"/>
              </a:ext>
            </a:extLst>
          </p:cNvPr>
          <p:cNvSpPr txBox="1"/>
          <p:nvPr/>
        </p:nvSpPr>
        <p:spPr>
          <a:xfrm>
            <a:off x="8735785" y="4683331"/>
            <a:ext cx="408214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7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6626E7-C11E-E37C-2057-AC8A1C891C06}"/>
              </a:ext>
            </a:extLst>
          </p:cNvPr>
          <p:cNvSpPr txBox="1"/>
          <p:nvPr/>
        </p:nvSpPr>
        <p:spPr>
          <a:xfrm>
            <a:off x="251131" y="1577796"/>
            <a:ext cx="2426894" cy="40862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/>
                <a:cs typeface="Calibri"/>
              </a:rPr>
              <a:t>Training Layer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BBBF5E1-95F4-8EF2-23E3-98FD167C767E}"/>
              </a:ext>
            </a:extLst>
          </p:cNvPr>
          <p:cNvSpPr txBox="1"/>
          <p:nvPr/>
        </p:nvSpPr>
        <p:spPr>
          <a:xfrm>
            <a:off x="3339695" y="1577795"/>
            <a:ext cx="2426894" cy="40862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World </a:t>
            </a:r>
            <a:r>
              <a:rPr lang="pt-PT">
                <a:ea typeface="Calibri" panose="020F0502020204030204"/>
                <a:cs typeface="Calibri" panose="020F0502020204030204"/>
              </a:rPr>
              <a:t>Layer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FF3C80-B1C4-BEAC-183F-10B46B562C18}"/>
              </a:ext>
            </a:extLst>
          </p:cNvPr>
          <p:cNvSpPr txBox="1"/>
          <p:nvPr/>
        </p:nvSpPr>
        <p:spPr>
          <a:xfrm>
            <a:off x="6408652" y="1577795"/>
            <a:ext cx="2426894" cy="408623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>
                <a:ea typeface="Calibri" panose="020F0502020204030204"/>
                <a:cs typeface="Calibri" panose="020F0502020204030204"/>
              </a:rPr>
              <a:t>Simulator Layer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9D27D2F-7E8E-0572-F787-F68F3F6C068F}"/>
              </a:ext>
            </a:extLst>
          </p:cNvPr>
          <p:cNvSpPr txBox="1"/>
          <p:nvPr/>
        </p:nvSpPr>
        <p:spPr>
          <a:xfrm>
            <a:off x="358961" y="3263651"/>
            <a:ext cx="2216625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1200">
                <a:ea typeface="Calibri"/>
                <a:cs typeface="Calibri"/>
              </a:rPr>
              <a:t>Deep Reinforcement Learning:</a:t>
            </a:r>
            <a:br>
              <a:rPr lang="pt-PT" sz="1200">
                <a:ea typeface="Calibri"/>
                <a:cs typeface="Calibri"/>
              </a:rPr>
            </a:br>
            <a:r>
              <a:rPr lang="pt-PT" sz="1200">
                <a:ea typeface="Calibri"/>
                <a:cs typeface="Calibri"/>
              </a:rPr>
              <a:t>PPO Algorithm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B6AE684-689F-7156-EFE6-B1CD5D7CFD9C}"/>
              </a:ext>
            </a:extLst>
          </p:cNvPr>
          <p:cNvSpPr/>
          <p:nvPr/>
        </p:nvSpPr>
        <p:spPr>
          <a:xfrm>
            <a:off x="358990" y="3264963"/>
            <a:ext cx="169873" cy="5123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3AAF0D40-DA8F-CD45-1801-0E0D8038FBF0}"/>
              </a:ext>
            </a:extLst>
          </p:cNvPr>
          <p:cNvSpPr txBox="1"/>
          <p:nvPr/>
        </p:nvSpPr>
        <p:spPr>
          <a:xfrm>
            <a:off x="358961" y="2272608"/>
            <a:ext cx="2216625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1200">
                <a:ea typeface="Calibri"/>
                <a:cs typeface="Calibri"/>
              </a:rPr>
              <a:t>Gym environment</a:t>
            </a:r>
          </a:p>
          <a:p>
            <a:pPr algn="ctr"/>
            <a:endParaRPr lang="pt-PT" sz="1200">
              <a:ea typeface="Calibri"/>
              <a:cs typeface="Calibri"/>
            </a:endParaRPr>
          </a:p>
        </p:txBody>
      </p:sp>
      <p:sp>
        <p:nvSpPr>
          <p:cNvPr id="4" name="Retângulo 22">
            <a:extLst>
              <a:ext uri="{FF2B5EF4-FFF2-40B4-BE49-F238E27FC236}">
                <a16:creationId xmlns:a16="http://schemas.microsoft.com/office/drawing/2014/main" id="{EBBD08FD-B4C2-AB0A-A239-5F2F299D3E28}"/>
              </a:ext>
            </a:extLst>
          </p:cNvPr>
          <p:cNvSpPr/>
          <p:nvPr/>
        </p:nvSpPr>
        <p:spPr>
          <a:xfrm>
            <a:off x="358990" y="2270107"/>
            <a:ext cx="169873" cy="5123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5227B78-D2D7-AF92-373D-C7EA1647C4B5}"/>
              </a:ext>
            </a:extLst>
          </p:cNvPr>
          <p:cNvSpPr txBox="1"/>
          <p:nvPr/>
        </p:nvSpPr>
        <p:spPr>
          <a:xfrm>
            <a:off x="6477269" y="4277055"/>
            <a:ext cx="2313112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1200">
                <a:ea typeface="Calibri"/>
                <a:cs typeface="Calibri"/>
              </a:rPr>
              <a:t>Physics engine:</a:t>
            </a:r>
            <a:br>
              <a:rPr lang="pt-PT" sz="1200">
                <a:ea typeface="Calibri"/>
                <a:cs typeface="Calibri"/>
              </a:rPr>
            </a:br>
            <a:r>
              <a:rPr lang="pt-PT" sz="1200">
                <a:ea typeface="Calibri"/>
                <a:cs typeface="Calibri"/>
              </a:rPr>
              <a:t>Mujoco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64BF668-540C-AA4A-1B8E-CCD441FC1BE1}"/>
              </a:ext>
            </a:extLst>
          </p:cNvPr>
          <p:cNvSpPr/>
          <p:nvPr/>
        </p:nvSpPr>
        <p:spPr>
          <a:xfrm>
            <a:off x="6395520" y="4274553"/>
            <a:ext cx="169873" cy="51931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AF815C2-D318-34A0-9401-E908ABB64CB4}"/>
              </a:ext>
            </a:extLst>
          </p:cNvPr>
          <p:cNvSpPr txBox="1"/>
          <p:nvPr/>
        </p:nvSpPr>
        <p:spPr>
          <a:xfrm>
            <a:off x="6483333" y="3258348"/>
            <a:ext cx="2313112" cy="49375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1200">
                <a:ea typeface="Calibri"/>
                <a:cs typeface="Calibri"/>
              </a:rPr>
              <a:t>RoboCup Soccer Simulator Server</a:t>
            </a:r>
            <a:br>
              <a:rPr lang="pt-PT" sz="1100">
                <a:ea typeface="Calibri"/>
                <a:cs typeface="Calibri"/>
              </a:rPr>
            </a:br>
            <a:endParaRPr lang="pt-PT" sz="110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69B24FC-8F92-BFE9-D5FF-584356BE9CF6}"/>
              </a:ext>
            </a:extLst>
          </p:cNvPr>
          <p:cNvSpPr/>
          <p:nvPr/>
        </p:nvSpPr>
        <p:spPr>
          <a:xfrm>
            <a:off x="6388549" y="3241455"/>
            <a:ext cx="169873" cy="51234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9218726-AD5A-BFAE-4EBB-949E03D6B236}"/>
              </a:ext>
            </a:extLst>
          </p:cNvPr>
          <p:cNvSpPr txBox="1"/>
          <p:nvPr/>
        </p:nvSpPr>
        <p:spPr>
          <a:xfrm>
            <a:off x="3430166" y="2269486"/>
            <a:ext cx="2243583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1200">
                <a:ea typeface="Calibri"/>
                <a:cs typeface="Calibri"/>
              </a:rPr>
              <a:t>FCPortugal player agent</a:t>
            </a:r>
          </a:p>
          <a:p>
            <a:pPr algn="ctr"/>
            <a:endParaRPr lang="pt-PT" sz="1200">
              <a:ea typeface="Calibri"/>
              <a:cs typeface="Calibri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C302CD7-B670-64A3-98BA-2CBA8D85E173}"/>
              </a:ext>
            </a:extLst>
          </p:cNvPr>
          <p:cNvSpPr/>
          <p:nvPr/>
        </p:nvSpPr>
        <p:spPr>
          <a:xfrm>
            <a:off x="3427566" y="2265404"/>
            <a:ext cx="164482" cy="52312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E67DFA2-3342-0531-57E1-4368FDD5582B}"/>
              </a:ext>
            </a:extLst>
          </p:cNvPr>
          <p:cNvSpPr txBox="1"/>
          <p:nvPr/>
        </p:nvSpPr>
        <p:spPr>
          <a:xfrm>
            <a:off x="3474481" y="3259945"/>
            <a:ext cx="2180858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1200">
                <a:ea typeface="Calibri"/>
                <a:cs typeface="Calibri"/>
              </a:rPr>
              <a:t>World : field, ball, goals</a:t>
            </a:r>
            <a:br>
              <a:rPr lang="pt-PT" sz="1200">
                <a:ea typeface="Calibri"/>
                <a:cs typeface="Calibri"/>
              </a:rPr>
            </a:br>
            <a:endParaRPr lang="pt-PT" sz="1200">
              <a:ea typeface="Calibri"/>
              <a:cs typeface="Calibri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4E824B8-DCDB-966B-14B7-EC41C99B5769}"/>
              </a:ext>
            </a:extLst>
          </p:cNvPr>
          <p:cNvSpPr/>
          <p:nvPr/>
        </p:nvSpPr>
        <p:spPr>
          <a:xfrm>
            <a:off x="3409155" y="3259020"/>
            <a:ext cx="169873" cy="51234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26">
            <a:extLst>
              <a:ext uri="{FF2B5EF4-FFF2-40B4-BE49-F238E27FC236}">
                <a16:creationId xmlns:a16="http://schemas.microsoft.com/office/drawing/2014/main" id="{646483A9-7841-CFEA-0E96-2E00C669150E}"/>
              </a:ext>
            </a:extLst>
          </p:cNvPr>
          <p:cNvSpPr txBox="1"/>
          <p:nvPr/>
        </p:nvSpPr>
        <p:spPr>
          <a:xfrm>
            <a:off x="6477902" y="2296193"/>
            <a:ext cx="2313112" cy="510778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1200">
                <a:ea typeface="Calibri"/>
                <a:cs typeface="Calibri"/>
              </a:rPr>
              <a:t>Inter-Robot communication sink</a:t>
            </a:r>
          </a:p>
          <a:p>
            <a:pPr algn="ctr"/>
            <a:endParaRPr lang="pt-PT" sz="1200">
              <a:ea typeface="Calibri"/>
              <a:cs typeface="Calibri"/>
            </a:endParaRPr>
          </a:p>
        </p:txBody>
      </p:sp>
      <p:sp>
        <p:nvSpPr>
          <p:cNvPr id="15" name="Retângulo 27">
            <a:extLst>
              <a:ext uri="{FF2B5EF4-FFF2-40B4-BE49-F238E27FC236}">
                <a16:creationId xmlns:a16="http://schemas.microsoft.com/office/drawing/2014/main" id="{9721184A-6E3F-FB8B-6BD3-90D2B78BB59C}"/>
              </a:ext>
            </a:extLst>
          </p:cNvPr>
          <p:cNvSpPr/>
          <p:nvPr/>
        </p:nvSpPr>
        <p:spPr>
          <a:xfrm>
            <a:off x="6397057" y="2293693"/>
            <a:ext cx="169873" cy="51234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Seta: para a Esquerda 19">
            <a:extLst>
              <a:ext uri="{FF2B5EF4-FFF2-40B4-BE49-F238E27FC236}">
                <a16:creationId xmlns:a16="http://schemas.microsoft.com/office/drawing/2014/main" id="{C8173843-FA8C-3018-B505-62B477FF1363}"/>
              </a:ext>
            </a:extLst>
          </p:cNvPr>
          <p:cNvSpPr/>
          <p:nvPr/>
        </p:nvSpPr>
        <p:spPr>
          <a:xfrm>
            <a:off x="2682851" y="2373680"/>
            <a:ext cx="657075" cy="28236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Esquerda 20">
            <a:extLst>
              <a:ext uri="{FF2B5EF4-FFF2-40B4-BE49-F238E27FC236}">
                <a16:creationId xmlns:a16="http://schemas.microsoft.com/office/drawing/2014/main" id="{A90A59A4-B844-F6DB-C490-BEEDFB697F6D}"/>
              </a:ext>
            </a:extLst>
          </p:cNvPr>
          <p:cNvSpPr/>
          <p:nvPr/>
        </p:nvSpPr>
        <p:spPr>
          <a:xfrm rot="16200000">
            <a:off x="1254101" y="2861135"/>
            <a:ext cx="421752" cy="28236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Seta: para a Esquerda 23">
            <a:extLst>
              <a:ext uri="{FF2B5EF4-FFF2-40B4-BE49-F238E27FC236}">
                <a16:creationId xmlns:a16="http://schemas.microsoft.com/office/drawing/2014/main" id="{8EF008D2-CC44-7E2C-287C-F2D7A24CCD23}"/>
              </a:ext>
            </a:extLst>
          </p:cNvPr>
          <p:cNvSpPr/>
          <p:nvPr/>
        </p:nvSpPr>
        <p:spPr>
          <a:xfrm rot="-5400000">
            <a:off x="4338520" y="2861134"/>
            <a:ext cx="421752" cy="28236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: para a Esquerda 32">
            <a:extLst>
              <a:ext uri="{FF2B5EF4-FFF2-40B4-BE49-F238E27FC236}">
                <a16:creationId xmlns:a16="http://schemas.microsoft.com/office/drawing/2014/main" id="{B1D31F4F-4DC9-AF25-8492-82B59C196627}"/>
              </a:ext>
            </a:extLst>
          </p:cNvPr>
          <p:cNvSpPr/>
          <p:nvPr/>
        </p:nvSpPr>
        <p:spPr>
          <a:xfrm rot="10800000">
            <a:off x="5708440" y="3381227"/>
            <a:ext cx="657075" cy="28236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: para a Esquerda 33">
            <a:extLst>
              <a:ext uri="{FF2B5EF4-FFF2-40B4-BE49-F238E27FC236}">
                <a16:creationId xmlns:a16="http://schemas.microsoft.com/office/drawing/2014/main" id="{3C2387FC-FA51-77AB-7A18-91D4241C0670}"/>
              </a:ext>
            </a:extLst>
          </p:cNvPr>
          <p:cNvSpPr/>
          <p:nvPr/>
        </p:nvSpPr>
        <p:spPr>
          <a:xfrm rot="16200000">
            <a:off x="7416500" y="3855693"/>
            <a:ext cx="421752" cy="28236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0C3D858-612B-F2A0-7730-A5A240DA036C}"/>
              </a:ext>
            </a:extLst>
          </p:cNvPr>
          <p:cNvSpPr txBox="1"/>
          <p:nvPr/>
        </p:nvSpPr>
        <p:spPr>
          <a:xfrm>
            <a:off x="7764547" y="3850167"/>
            <a:ext cx="9902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Based</a:t>
            </a:r>
            <a:r>
              <a:rPr lang="pt-BR" sz="1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on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175C08A-6CB0-54A2-54EE-5FEC9B2ACD9D}"/>
              </a:ext>
            </a:extLst>
          </p:cNvPr>
          <p:cNvSpPr txBox="1"/>
          <p:nvPr/>
        </p:nvSpPr>
        <p:spPr>
          <a:xfrm>
            <a:off x="5535791" y="3739665"/>
            <a:ext cx="999642" cy="5286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Simulated</a:t>
            </a:r>
            <a:r>
              <a:rPr lang="pt-BR" sz="1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on</a:t>
            </a:r>
            <a:endParaRPr lang="pt-BR" err="1">
              <a:solidFill>
                <a:schemeClr val="bg1"/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72E9FA8-BBE8-EC8F-5743-07C170359E2E}"/>
              </a:ext>
            </a:extLst>
          </p:cNvPr>
          <p:cNvSpPr txBox="1"/>
          <p:nvPr/>
        </p:nvSpPr>
        <p:spPr>
          <a:xfrm>
            <a:off x="4651966" y="2848184"/>
            <a:ext cx="90259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Perceives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3820741-D107-7023-53A1-622AAC7DABB0}"/>
              </a:ext>
            </a:extLst>
          </p:cNvPr>
          <p:cNvSpPr txBox="1"/>
          <p:nvPr/>
        </p:nvSpPr>
        <p:spPr>
          <a:xfrm>
            <a:off x="2594789" y="2066416"/>
            <a:ext cx="9902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Trains</a:t>
            </a:r>
            <a:r>
              <a:rPr lang="pt-BR" sz="1400">
                <a:solidFill>
                  <a:schemeClr val="bg1"/>
                </a:solidFill>
                <a:ea typeface="Calibri"/>
                <a:cs typeface="Calibri"/>
              </a:rPr>
              <a:t> in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55F7E3C-842B-F4E6-D6C3-80639DE34247}"/>
              </a:ext>
            </a:extLst>
          </p:cNvPr>
          <p:cNvSpPr txBox="1"/>
          <p:nvPr/>
        </p:nvSpPr>
        <p:spPr>
          <a:xfrm>
            <a:off x="1689015" y="2902099"/>
            <a:ext cx="99024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Using</a:t>
            </a:r>
          </a:p>
        </p:txBody>
      </p:sp>
      <p:sp>
        <p:nvSpPr>
          <p:cNvPr id="40" name="Seta: para a Esquerda 32">
            <a:extLst>
              <a:ext uri="{FF2B5EF4-FFF2-40B4-BE49-F238E27FC236}">
                <a16:creationId xmlns:a16="http://schemas.microsoft.com/office/drawing/2014/main" id="{C833B083-45D9-37FA-AE9A-DB5CA00BAE55}"/>
              </a:ext>
            </a:extLst>
          </p:cNvPr>
          <p:cNvSpPr/>
          <p:nvPr/>
        </p:nvSpPr>
        <p:spPr>
          <a:xfrm rot="10800000">
            <a:off x="5708440" y="2408934"/>
            <a:ext cx="657075" cy="28236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36">
            <a:extLst>
              <a:ext uri="{FF2B5EF4-FFF2-40B4-BE49-F238E27FC236}">
                <a16:creationId xmlns:a16="http://schemas.microsoft.com/office/drawing/2014/main" id="{549A430F-F6AF-E276-CE66-CD236E0778F4}"/>
              </a:ext>
            </a:extLst>
          </p:cNvPr>
          <p:cNvSpPr txBox="1"/>
          <p:nvPr/>
        </p:nvSpPr>
        <p:spPr>
          <a:xfrm>
            <a:off x="5705901" y="1890735"/>
            <a:ext cx="9025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Sends</a:t>
            </a:r>
            <a:r>
              <a:rPr lang="pt-BR" sz="1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info</a:t>
            </a:r>
            <a:r>
              <a:rPr lang="pt-BR" sz="1400">
                <a:solidFill>
                  <a:schemeClr val="bg1"/>
                </a:solidFill>
                <a:ea typeface="Calibri"/>
                <a:cs typeface="Calibri"/>
              </a:rPr>
              <a:t> to</a:t>
            </a:r>
          </a:p>
        </p:txBody>
      </p:sp>
      <p:sp>
        <p:nvSpPr>
          <p:cNvPr id="42" name="Seta: para a Esquerda 33">
            <a:extLst>
              <a:ext uri="{FF2B5EF4-FFF2-40B4-BE49-F238E27FC236}">
                <a16:creationId xmlns:a16="http://schemas.microsoft.com/office/drawing/2014/main" id="{3F72CC39-5A72-8387-27FD-67212DCD14A9}"/>
              </a:ext>
            </a:extLst>
          </p:cNvPr>
          <p:cNvSpPr/>
          <p:nvPr/>
        </p:nvSpPr>
        <p:spPr>
          <a:xfrm rot="16200000">
            <a:off x="7409077" y="2883400"/>
            <a:ext cx="421752" cy="28236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34">
            <a:extLst>
              <a:ext uri="{FF2B5EF4-FFF2-40B4-BE49-F238E27FC236}">
                <a16:creationId xmlns:a16="http://schemas.microsoft.com/office/drawing/2014/main" id="{994CA4E0-7AF0-F3C6-54B6-E54041589183}"/>
              </a:ext>
            </a:extLst>
          </p:cNvPr>
          <p:cNvSpPr txBox="1"/>
          <p:nvPr/>
        </p:nvSpPr>
        <p:spPr>
          <a:xfrm>
            <a:off x="7794235" y="2766543"/>
            <a:ext cx="99024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Located</a:t>
            </a:r>
            <a:r>
              <a:rPr lang="pt-BR" sz="14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Calibri"/>
                <a:cs typeface="Calibri"/>
              </a:rPr>
              <a:t>Inside</a:t>
            </a:r>
          </a:p>
        </p:txBody>
      </p:sp>
    </p:spTree>
    <p:extLst>
      <p:ext uri="{BB962C8B-B14F-4D97-AF65-F5344CB8AC3E}">
        <p14:creationId xmlns:p14="http://schemas.microsoft.com/office/powerpoint/2010/main" val="16670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1C2FC-2BDB-D8E4-B19B-228F36D3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AC18B6A0-FB58-4E86-CC12-25D6371C736D}"/>
              </a:ext>
            </a:extLst>
          </p:cNvPr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Fall </a:t>
            </a:r>
            <a:r>
              <a:rPr lang="en-US" sz="2700" b="1" err="1">
                <a:solidFill>
                  <a:schemeClr val="bg1"/>
                </a:solidFill>
                <a:latin typeface="Arial"/>
                <a:cs typeface="Arial"/>
              </a:rPr>
              <a:t>Behaviour</a:t>
            </a: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 - Rewards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1C8FFE-EE42-4F83-4C9E-76F706514D7A}"/>
              </a:ext>
            </a:extLst>
          </p:cNvPr>
          <p:cNvSpPr txBox="1"/>
          <p:nvPr/>
        </p:nvSpPr>
        <p:spPr>
          <a:xfrm>
            <a:off x="8694964" y="4742088"/>
            <a:ext cx="4490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8</a:t>
            </a:r>
          </a:p>
          <a:p>
            <a:pPr algn="ctr"/>
            <a:endParaRPr lang="en-US"/>
          </a:p>
        </p:txBody>
      </p:sp>
      <p:pic>
        <p:nvPicPr>
          <p:cNvPr id="5" name="Imagem 4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503F407E-1632-4BA6-1B78-3116E4260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31" y="915559"/>
            <a:ext cx="7340321" cy="4235364"/>
          </a:xfrm>
          <a:prstGeom prst="rect">
            <a:avLst/>
          </a:prstGeom>
        </p:spPr>
      </p:pic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DBEF531B-4C7B-E5BE-797A-1F34B574479D}"/>
              </a:ext>
            </a:extLst>
          </p:cNvPr>
          <p:cNvCxnSpPr/>
          <p:nvPr/>
        </p:nvCxnSpPr>
        <p:spPr>
          <a:xfrm flipV="1">
            <a:off x="608610" y="976621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580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8B63933C-322F-EBB4-3E06-BD42CBB8676B}"/>
              </a:ext>
            </a:extLst>
          </p:cNvPr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Falling </a:t>
            </a:r>
            <a:r>
              <a:rPr lang="en-US" sz="2700" b="1" err="1">
                <a:solidFill>
                  <a:schemeClr val="bg1"/>
                </a:solidFill>
                <a:latin typeface="Arial"/>
                <a:cs typeface="Arial"/>
              </a:rPr>
              <a:t>Behaviour</a:t>
            </a: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 - Environment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46215-0A36-1E3D-7D10-A57A3818653E}"/>
              </a:ext>
            </a:extLst>
          </p:cNvPr>
          <p:cNvSpPr txBox="1"/>
          <p:nvPr/>
        </p:nvSpPr>
        <p:spPr>
          <a:xfrm>
            <a:off x="8694964" y="4742088"/>
            <a:ext cx="4490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9</a:t>
            </a:r>
          </a:p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D0AE47-5F30-7AA2-0725-2AEEF6B37D70}"/>
              </a:ext>
            </a:extLst>
          </p:cNvPr>
          <p:cNvSpPr txBox="1"/>
          <p:nvPr/>
        </p:nvSpPr>
        <p:spPr>
          <a:xfrm>
            <a:off x="430480" y="1944584"/>
            <a:ext cx="4613563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In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falling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behaviour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agent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is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initialized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with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a </a:t>
            </a:r>
            <a:r>
              <a:rPr lang="pt-BR" sz="1400" b="1" u="sng" err="1">
                <a:solidFill>
                  <a:schemeClr val="bg1"/>
                </a:solidFill>
                <a:ea typeface="+mn-lt"/>
                <a:cs typeface="+mn-lt"/>
              </a:rPr>
              <a:t>random</a:t>
            </a:r>
            <a:r>
              <a:rPr lang="pt-BR" sz="1400" b="1" u="sng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b="1" u="sng" err="1">
                <a:solidFill>
                  <a:schemeClr val="bg1"/>
                </a:solidFill>
                <a:ea typeface="+mn-lt"/>
                <a:cs typeface="+mn-lt"/>
              </a:rPr>
              <a:t>tilt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around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Y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axis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between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-30°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and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+30°,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thus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simulating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fall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pt-BR" sz="1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The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simulation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runs for </a:t>
            </a:r>
            <a:r>
              <a:rPr lang="pt-BR" sz="1400" b="1">
                <a:solidFill>
                  <a:schemeClr val="bg1"/>
                </a:solidFill>
                <a:ea typeface="+mn-lt"/>
                <a:cs typeface="+mn-lt"/>
              </a:rPr>
              <a:t>3 </a:t>
            </a:r>
            <a:r>
              <a:rPr lang="pt-BR" sz="1400" b="1" err="1">
                <a:solidFill>
                  <a:schemeClr val="bg1"/>
                </a:solidFill>
                <a:ea typeface="+mn-lt"/>
                <a:cs typeface="+mn-lt"/>
              </a:rPr>
              <a:t>seconds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(150 steps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at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50 Hz).</a:t>
            </a:r>
          </a:p>
          <a:p>
            <a:pPr marL="285750" indent="-285750">
              <a:buFont typeface="Arial"/>
              <a:buChar char="•"/>
            </a:pPr>
            <a:endParaRPr lang="pt-BR" sz="1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pt-BR" sz="1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pt-BR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Imagem 8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2BA31F90-5CDD-9DBD-50EA-F1F299A4F0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00" b="32"/>
          <a:stretch>
            <a:fillRect/>
          </a:stretch>
        </p:blipFill>
        <p:spPr>
          <a:xfrm>
            <a:off x="5228236" y="1077696"/>
            <a:ext cx="3370263" cy="4042375"/>
          </a:xfrm>
          <a:prstGeom prst="rect">
            <a:avLst/>
          </a:prstGeom>
        </p:spPr>
      </p:pic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7766099-B0EA-F9BF-F702-5112A4A94BFB}"/>
              </a:ext>
            </a:extLst>
          </p:cNvPr>
          <p:cNvCxnSpPr/>
          <p:nvPr/>
        </p:nvCxnSpPr>
        <p:spPr>
          <a:xfrm>
            <a:off x="6566985" y="2228695"/>
            <a:ext cx="14844" cy="2167246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F30F96-9AC5-D830-6063-011391F04048}"/>
              </a:ext>
            </a:extLst>
          </p:cNvPr>
          <p:cNvCxnSpPr/>
          <p:nvPr/>
        </p:nvCxnSpPr>
        <p:spPr>
          <a:xfrm flipV="1">
            <a:off x="608610" y="976621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050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292C07DD-FA16-7D08-F914-1C68E4F556DE}"/>
              </a:ext>
            </a:extLst>
          </p:cNvPr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Fall </a:t>
            </a:r>
            <a:r>
              <a:rPr lang="en-US" sz="2700" b="1" err="1">
                <a:solidFill>
                  <a:schemeClr val="bg1"/>
                </a:solidFill>
                <a:latin typeface="Arial"/>
                <a:cs typeface="Arial"/>
              </a:rPr>
              <a:t>Behaviour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AD914-F3F2-8601-72B6-2CB215FCB3CB}"/>
              </a:ext>
            </a:extLst>
          </p:cNvPr>
          <p:cNvSpPr txBox="1"/>
          <p:nvPr/>
        </p:nvSpPr>
        <p:spPr>
          <a:xfrm>
            <a:off x="8694964" y="4742088"/>
            <a:ext cx="4490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10</a:t>
            </a:r>
          </a:p>
          <a:p>
            <a:pPr algn="ctr"/>
            <a:endParaRPr lang="en-US"/>
          </a:p>
        </p:txBody>
      </p:sp>
      <p:pic>
        <p:nvPicPr>
          <p:cNvPr id="5" name="Gravação de ecrã a partir de 2026-03-17 14-28-07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B8BDD84C-164D-AE09-7053-49DA32EF28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969" y="1175698"/>
            <a:ext cx="7315200" cy="3562350"/>
          </a:xfrm>
          <a:prstGeom prst="rect">
            <a:avLst/>
          </a:prstGeom>
        </p:spPr>
      </p:pic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F79D1E5C-A44D-CB95-A27C-24627A4F5552}"/>
              </a:ext>
            </a:extLst>
          </p:cNvPr>
          <p:cNvCxnSpPr/>
          <p:nvPr/>
        </p:nvCxnSpPr>
        <p:spPr>
          <a:xfrm flipV="1">
            <a:off x="608610" y="976621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66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8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B7089-7E88-D890-B103-02B7655FA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4778F5E3-E9FD-4EC8-5E3A-C93FA9379B0D}"/>
              </a:ext>
            </a:extLst>
          </p:cNvPr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Shooting </a:t>
            </a:r>
            <a:r>
              <a:rPr lang="en-US" sz="2700" b="1" err="1">
                <a:solidFill>
                  <a:schemeClr val="bg1"/>
                </a:solidFill>
                <a:latin typeface="Arial"/>
                <a:cs typeface="Arial"/>
              </a:rPr>
              <a:t>Behaviour</a:t>
            </a: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 - Rewards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993F45-2114-30F7-33D6-1A7317DB1C76}"/>
              </a:ext>
            </a:extLst>
          </p:cNvPr>
          <p:cNvSpPr txBox="1"/>
          <p:nvPr/>
        </p:nvSpPr>
        <p:spPr>
          <a:xfrm>
            <a:off x="8694964" y="4742088"/>
            <a:ext cx="4490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11</a:t>
            </a:r>
          </a:p>
          <a:p>
            <a:pPr algn="ctr"/>
            <a:endParaRPr lang="en-US"/>
          </a:p>
        </p:txBody>
      </p:sp>
      <p:pic>
        <p:nvPicPr>
          <p:cNvPr id="8" name="Imagem 7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562CCDD3-FE40-460D-2DEC-1CA694D02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7622"/>
            <a:ext cx="9144000" cy="41783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2BB4EE-5617-32FB-67FB-43DE40674F7B}"/>
              </a:ext>
            </a:extLst>
          </p:cNvPr>
          <p:cNvCxnSpPr/>
          <p:nvPr/>
        </p:nvCxnSpPr>
        <p:spPr>
          <a:xfrm flipV="1">
            <a:off x="608610" y="976621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11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1BA0EADF-D5A9-AF2B-C4A0-B96496F10CB9}"/>
              </a:ext>
            </a:extLst>
          </p:cNvPr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Shooting </a:t>
            </a:r>
            <a:r>
              <a:rPr lang="en-US" sz="2700" b="1" err="1">
                <a:solidFill>
                  <a:schemeClr val="bg1"/>
                </a:solidFill>
                <a:latin typeface="Arial"/>
                <a:cs typeface="Arial"/>
              </a:rPr>
              <a:t>Behaviour</a:t>
            </a: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 - Environment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3E216-6FCA-006F-9F93-BA32373BDC27}"/>
              </a:ext>
            </a:extLst>
          </p:cNvPr>
          <p:cNvSpPr txBox="1"/>
          <p:nvPr/>
        </p:nvSpPr>
        <p:spPr>
          <a:xfrm>
            <a:off x="8694964" y="4742088"/>
            <a:ext cx="4490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12</a:t>
            </a:r>
          </a:p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75E638-F79A-09BA-C6E7-859EE6660CCB}"/>
              </a:ext>
            </a:extLst>
          </p:cNvPr>
          <p:cNvSpPr txBox="1"/>
          <p:nvPr/>
        </p:nvSpPr>
        <p:spPr>
          <a:xfrm>
            <a:off x="311727" y="1669967"/>
            <a:ext cx="4497779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Initial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Ball Position - Ball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placed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directly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in front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of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agent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,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on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ground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pt-BR" sz="14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Preparation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for Shot -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Pull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right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leg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back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into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preparation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pose for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the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shot.</a:t>
            </a:r>
          </a:p>
          <a:p>
            <a:pPr marL="285750" indent="-285750">
              <a:buFont typeface="Arial"/>
              <a:buChar char="•"/>
            </a:pPr>
            <a:endParaRPr lang="pt-BR" sz="14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The </a:t>
            </a:r>
            <a:r>
              <a:rPr lang="pt-BR" sz="1400" err="1">
                <a:solidFill>
                  <a:schemeClr val="bg1"/>
                </a:solidFill>
                <a:ea typeface="+mn-lt"/>
                <a:cs typeface="+mn-lt"/>
              </a:rPr>
              <a:t>simulation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 runs for </a:t>
            </a:r>
            <a:r>
              <a:rPr lang="pt-BR" sz="1400" b="1">
                <a:solidFill>
                  <a:schemeClr val="bg1"/>
                </a:solidFill>
                <a:ea typeface="+mn-lt"/>
                <a:cs typeface="+mn-lt"/>
              </a:rPr>
              <a:t>8 </a:t>
            </a:r>
            <a:r>
              <a:rPr lang="pt-BR" sz="1400" b="1" err="1">
                <a:solidFill>
                  <a:schemeClr val="bg1"/>
                </a:solidFill>
                <a:ea typeface="+mn-lt"/>
                <a:cs typeface="+mn-lt"/>
              </a:rPr>
              <a:t>seconds</a:t>
            </a:r>
            <a:r>
              <a:rPr lang="pt-BR" sz="140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endParaRPr lang="pt-BR"/>
          </a:p>
          <a:p>
            <a:endParaRPr lang="pt-BR" sz="1400">
              <a:solidFill>
                <a:schemeClr val="bg1"/>
              </a:solidFill>
              <a:ea typeface="Calibri"/>
              <a:cs typeface="Calibri"/>
            </a:endParaRPr>
          </a:p>
          <a:p>
            <a:endParaRPr lang="pt-BR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608FDE-553E-9800-AF03-D5DFDDDBA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140" y="1039771"/>
            <a:ext cx="3939145" cy="3628036"/>
          </a:xfrm>
          <a:prstGeom prst="rect">
            <a:avLst/>
          </a:prstGeom>
        </p:spPr>
      </p:pic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C3473285-F99C-5F8B-083C-14FE859831B3}"/>
              </a:ext>
            </a:extLst>
          </p:cNvPr>
          <p:cNvCxnSpPr/>
          <p:nvPr/>
        </p:nvCxnSpPr>
        <p:spPr>
          <a:xfrm flipV="1">
            <a:off x="608610" y="976621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47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43606329-8498-FBB1-DEDF-37EC93D3CA96}"/>
              </a:ext>
            </a:extLst>
          </p:cNvPr>
          <p:cNvSpPr/>
          <p:nvPr/>
        </p:nvSpPr>
        <p:spPr>
          <a:xfrm>
            <a:off x="609600" y="49826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chemeClr val="bg1"/>
                </a:solidFill>
                <a:latin typeface="Arial"/>
                <a:cs typeface="Arial"/>
              </a:rPr>
              <a:t>Shooting </a:t>
            </a:r>
            <a:r>
              <a:rPr lang="en-US" sz="2700" b="1" err="1">
                <a:solidFill>
                  <a:schemeClr val="bg1"/>
                </a:solidFill>
                <a:latin typeface="Arial"/>
                <a:cs typeface="Arial"/>
              </a:rPr>
              <a:t>Behaviour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5107B-625B-93F8-ADD5-42EC31B571C5}"/>
              </a:ext>
            </a:extLst>
          </p:cNvPr>
          <p:cNvSpPr txBox="1"/>
          <p:nvPr/>
        </p:nvSpPr>
        <p:spPr>
          <a:xfrm>
            <a:off x="8689397" y="4742089"/>
            <a:ext cx="4546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13</a:t>
            </a:r>
          </a:p>
          <a:p>
            <a:pPr algn="ctr"/>
            <a:endParaRPr lang="en-US"/>
          </a:p>
        </p:txBody>
      </p:sp>
      <p:pic>
        <p:nvPicPr>
          <p:cNvPr id="4" name="Screencast from 2026-03-17 16-56-11">
            <a:hlinkClick r:id="" action="ppaction://media"/>
            <a:extLst>
              <a:ext uri="{FF2B5EF4-FFF2-40B4-BE49-F238E27FC236}">
                <a16:creationId xmlns:a16="http://schemas.microsoft.com/office/drawing/2014/main" id="{C1CD5C63-F0AD-F517-9AF8-E3EF8A8AC66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3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23988" y="944831"/>
            <a:ext cx="6294437" cy="4114800"/>
          </a:xfrm>
          <a:prstGeom prst="rect">
            <a:avLst/>
          </a:prstGeom>
        </p:spPr>
      </p:pic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7C59C8D6-1F75-49CF-853B-9B2F7FEE76CF}"/>
              </a:ext>
            </a:extLst>
          </p:cNvPr>
          <p:cNvCxnSpPr/>
          <p:nvPr/>
        </p:nvCxnSpPr>
        <p:spPr>
          <a:xfrm flipV="1">
            <a:off x="608610" y="976621"/>
            <a:ext cx="7927373" cy="7422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3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2" name="Rectangle 20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849899" y="-1143383"/>
            <a:ext cx="3444203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F55A8-01E9-CB4D-18BA-9FCFC9675474}"/>
              </a:ext>
            </a:extLst>
          </p:cNvPr>
          <p:cNvSpPr txBox="1"/>
          <p:nvPr/>
        </p:nvSpPr>
        <p:spPr>
          <a:xfrm>
            <a:off x="303414" y="2318946"/>
            <a:ext cx="6808922" cy="17907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Thank You!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ko" altLang="en-US" sz="5000">
              <a:solidFill>
                <a:schemeClr val="bg1"/>
              </a:solidFill>
              <a:highlight>
                <a:srgbClr val="303134"/>
              </a:highlight>
              <a:latin typeface="+mj-lt"/>
              <a:ea typeface="맑은 고딕"/>
              <a:cs typeface="Calibri Light"/>
            </a:endParaRPr>
          </a:p>
        </p:txBody>
      </p:sp>
      <p:sp>
        <p:nvSpPr>
          <p:cNvPr id="206" name="Rectangle: Rounded Corners 20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1279"/>
            <a:ext cx="7339422" cy="51435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FEUP - Cluster Habitat Sustentável">
            <a:extLst>
              <a:ext uri="{FF2B5EF4-FFF2-40B4-BE49-F238E27FC236}">
                <a16:creationId xmlns:a16="http://schemas.microsoft.com/office/drawing/2014/main" id="{80A3C8D8-EB62-2F96-E9EA-FB6C6289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571" y="4160112"/>
            <a:ext cx="1608729" cy="550820"/>
          </a:xfrm>
          <a:prstGeom prst="rect">
            <a:avLst/>
          </a:prstGeom>
        </p:spPr>
      </p:pic>
      <p:pic>
        <p:nvPicPr>
          <p:cNvPr id="11" name="Imagem 10" descr="Ficheiro:UAc Logotipo.png – Wikipédia, a enciclopédia livre">
            <a:extLst>
              <a:ext uri="{FF2B5EF4-FFF2-40B4-BE49-F238E27FC236}">
                <a16:creationId xmlns:a16="http://schemas.microsoft.com/office/drawing/2014/main" id="{5598EEE8-E735-124E-AA41-0D94D39AD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698" y="4209482"/>
            <a:ext cx="1161910" cy="452083"/>
          </a:xfrm>
          <a:prstGeom prst="rect">
            <a:avLst/>
          </a:prstGeom>
        </p:spPr>
      </p:pic>
      <p:pic>
        <p:nvPicPr>
          <p:cNvPr id="13" name="Imagem 12" descr="Uma imagem com preto, escuridão, espaço, noite&#10;&#10;Os conteúdos gerados por IA poderão estar incorretos.">
            <a:extLst>
              <a:ext uri="{FF2B5EF4-FFF2-40B4-BE49-F238E27FC236}">
                <a16:creationId xmlns:a16="http://schemas.microsoft.com/office/drawing/2014/main" id="{DBDD482D-2E17-95E2-1A8C-A2C2E2DCF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74" y="4029715"/>
            <a:ext cx="2222737" cy="80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926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foot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extplaceholder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milestone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subtitle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OLE" val="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York">
  <a:themeElements>
    <a:clrScheme name="New York Base">
      <a:dk1>
        <a:srgbClr val="404040"/>
      </a:dk1>
      <a:lt1>
        <a:sysClr val="window" lastClr="FFFFFF"/>
      </a:lt1>
      <a:dk2>
        <a:srgbClr val="2468ED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473407-FD9F-4090-A9A2-851A3ACED69D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ec2a7db-e211-41e6-ac52-739a8225b5a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430D4D8590894FB4EB9CCCDD1FA008" ma:contentTypeVersion="6" ma:contentTypeDescription="Create a new document." ma:contentTypeScope="" ma:versionID="eba03b502f80994237ff927028e8bfb6">
  <xsd:schema xmlns:xsd="http://www.w3.org/2001/XMLSchema" xmlns:xs="http://www.w3.org/2001/XMLSchema" xmlns:p="http://schemas.microsoft.com/office/2006/metadata/properties" xmlns:ns3="3ec2a7db-e211-41e6-ac52-739a8225b5aa" targetNamespace="http://schemas.microsoft.com/office/2006/metadata/properties" ma:root="true" ma:fieldsID="e489b7c17762df0db47f189484b9e3cd" ns3:_="">
    <xsd:import namespace="3ec2a7db-e211-41e6-ac52-739a8225b5a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2a7db-e211-41e6-ac52-739a8225b5aa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45E694-6C84-4CEA-8376-7E449B8F75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0E9ED-F7D0-4F1F-B2DC-F036913DFE48}">
  <ds:schemaRefs>
    <ds:schemaRef ds:uri="3ec2a7db-e211-41e6-ac52-739a8225b5a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EE6006-B93F-4293-9176-F4862B045153}">
  <ds:schemaRefs>
    <ds:schemaRef ds:uri="3ec2a7db-e211-41e6-ac52-739a8225b5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14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NewYork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revision>1</cp:revision>
  <dcterms:created xsi:type="dcterms:W3CDTF">2026-02-19T20:06:27Z</dcterms:created>
  <dcterms:modified xsi:type="dcterms:W3CDTF">2026-03-17T23:47:50Z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0x010100BC430D4D8590894FB4EB9CCCDD1FA008</vt:lpwstr>
  </property>
</Properties>
</file>