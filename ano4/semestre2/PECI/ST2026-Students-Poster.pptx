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Roboto Light" panose="02000000000000000000" pitchFamily="2" charset="0"/>
      <p:regular r:id="rId4"/>
      <p:bold r:id="rId5"/>
      <p:italic r:id="rId6"/>
      <p:boldItalic r:id="rId7"/>
    </p:embeddedFont>
    <p:embeddedFont>
      <p:font typeface="Roboto Medium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49">
          <p15:clr>
            <a:srgbClr val="A4A3A4"/>
          </p15:clr>
        </p15:guide>
        <p15:guide id="2" orient="horz" pos="6191">
          <p15:clr>
            <a:srgbClr val="A4A3A4"/>
          </p15:clr>
        </p15:guide>
        <p15:guide id="3" pos="1836">
          <p15:clr>
            <a:srgbClr val="A4A3A4"/>
          </p15:clr>
        </p15:guide>
        <p15:guide id="4" orient="horz" pos="3787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9" roundtripDataSignature="AMtx7mjQQ4fXAhQMooEqePwOZ/zV2QYZc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E541E1-19F0-2264-3C8D-3DBC0CA0E3B6}" name="Ricardo Carmo" initials="RC" userId="S::ricardomlcarmo@ua.pt::f418907a-63fe-454f-9a71-397bf9c835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E4039-3987-AD81-8DF5-165FCE2CC216}" v="16" dt="2026-05-27T16:10:05.466"/>
    <p1510:client id="{12ED32F1-7456-EE8B-8B61-4B0F8CA0F09F}" v="7" dt="2026-05-29T13:31:48.510"/>
    <p1510:client id="{9B618A7F-6660-BDA9-9A29-F95059417D36}" v="25" dt="2026-05-27T16:06:13.283"/>
    <p1510:client id="{F2F647E3-A4EA-6438-0EC8-BADBDB07AAEB}" v="240" dt="2026-05-27T14:46:47.802"/>
    <p1510:client id="{F623CD5F-0F64-2482-439B-492D5C1AC56E}" v="10" dt="2026-05-27T17:42:19.108"/>
    <p1510:client id="{FBFAE76D-C3E7-47D5-A2D0-8E97A1D325D0}" v="12" dt="2026-05-27T16:46:05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49"/>
        <p:guide orient="horz" pos="6191"/>
        <p:guide pos="1836"/>
        <p:guide orient="horz" pos="378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26" Type="http://schemas.microsoft.com/office/2018/10/relationships/authors" Target="authors.xml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microsoft.com/office/2016/11/relationships/changesInfo" Target="changesInfos/changesInfo1.xml"/><Relationship Id="rId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font" Target="fonts/font7.fntdata"/><Relationship Id="rId19" Type="http://customschemas.google.com/relationships/presentationmetadata" Target="meta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CFE4039-3987-AD81-8DF5-165FCE2CC216}"/>
    <pc:docChg chg="modSld">
      <pc:chgData name="" userId="" providerId="" clId="Web-{0CFE4039-3987-AD81-8DF5-165FCE2CC216}" dt="2026-05-27T16:07:49.539" v="0"/>
      <pc:docMkLst>
        <pc:docMk/>
      </pc:docMkLst>
      <pc:sldChg chg="delSp">
        <pc:chgData name="" userId="" providerId="" clId="Web-{0CFE4039-3987-AD81-8DF5-165FCE2CC216}" dt="2026-05-27T16:07:49.539" v="0"/>
        <pc:sldMkLst>
          <pc:docMk/>
          <pc:sldMk cId="0" sldId="256"/>
        </pc:sldMkLst>
      </pc:sldChg>
    </pc:docChg>
  </pc:docChgLst>
  <pc:docChgLst>
    <pc:chgData name="Guest User" userId="S::urn:spo:tenantanon#c1025aae-98b9-4021-b4b6-c201214b884e::" providerId="AD" clId="Web-{F623CD5F-0F64-2482-439B-492D5C1AC56E}"/>
    <pc:docChg chg="modSld">
      <pc:chgData name="Guest User" userId="S::urn:spo:tenantanon#c1025aae-98b9-4021-b4b6-c201214b884e::" providerId="AD" clId="Web-{F623CD5F-0F64-2482-439B-492D5C1AC56E}" dt="2026-05-27T17:42:19.108" v="8" actId="14100"/>
      <pc:docMkLst>
        <pc:docMk/>
      </pc:docMkLst>
      <pc:sldChg chg="addSp modSp">
        <pc:chgData name="Guest User" userId="S::urn:spo:tenantanon#c1025aae-98b9-4021-b4b6-c201214b884e::" providerId="AD" clId="Web-{F623CD5F-0F64-2482-439B-492D5C1AC56E}" dt="2026-05-27T17:42:19.108" v="8" actId="14100"/>
        <pc:sldMkLst>
          <pc:docMk/>
          <pc:sldMk cId="0" sldId="256"/>
        </pc:sldMkLst>
        <pc:picChg chg="add mod">
          <ac:chgData name="Guest User" userId="S::urn:spo:tenantanon#c1025aae-98b9-4021-b4b6-c201214b884e::" providerId="AD" clId="Web-{F623CD5F-0F64-2482-439B-492D5C1AC56E}" dt="2026-05-27T17:42:19.108" v="8" actId="14100"/>
          <ac:picMkLst>
            <pc:docMk/>
            <pc:sldMk cId="0" sldId="256"/>
            <ac:picMk id="51" creationId="{88505660-78C9-E7A0-9161-2C8A68A27D7A}"/>
          </ac:picMkLst>
        </pc:picChg>
      </pc:sldChg>
    </pc:docChg>
  </pc:docChgLst>
  <pc:docChgLst>
    <pc:chgData name="Lázaro Sá" userId="S::lazarosa@ua.pt::ee4eb0a3-3929-4cfd-9bf0-33fb6df36dc8" providerId="AD" clId="Web-{FF5AEF78-1ABA-493F-30CA-A7C1AB21CCDF}"/>
    <pc:docChg chg="modSld">
      <pc:chgData name="Lázaro Sá" userId="S::lazarosa@ua.pt::ee4eb0a3-3929-4cfd-9bf0-33fb6df36dc8" providerId="AD" clId="Web-{FF5AEF78-1ABA-493F-30CA-A7C1AB21CCDF}" dt="2026-05-27T10:34:30.197" v="71" actId="14100"/>
      <pc:docMkLst>
        <pc:docMk/>
      </pc:docMkLst>
      <pc:sldChg chg="addSp delSp modSp">
        <pc:chgData name="Lázaro Sá" userId="S::lazarosa@ua.pt::ee4eb0a3-3929-4cfd-9bf0-33fb6df36dc8" providerId="AD" clId="Web-{FF5AEF78-1ABA-493F-30CA-A7C1AB21CCDF}" dt="2026-05-27T10:34:30.197" v="71" actId="14100"/>
        <pc:sldMkLst>
          <pc:docMk/>
          <pc:sldMk cId="0" sldId="256"/>
        </pc:sldMkLst>
        <pc:spChg chg="add mod">
          <ac:chgData name="Lázaro Sá" userId="S::lazarosa@ua.pt::ee4eb0a3-3929-4cfd-9bf0-33fb6df36dc8" providerId="AD" clId="Web-{FF5AEF78-1ABA-493F-30CA-A7C1AB21CCDF}" dt="2026-05-27T10:24:42.383" v="56" actId="14100"/>
          <ac:spMkLst>
            <pc:docMk/>
            <pc:sldMk cId="0" sldId="256"/>
            <ac:spMk id="1802" creationId="{D3F25C78-0093-880D-2355-CBCE38362E0B}"/>
          </ac:spMkLst>
        </pc:spChg>
      </pc:sldChg>
    </pc:docChg>
  </pc:docChgLst>
  <pc:docChgLst>
    <pc:chgData name="Tiago Brito" userId="d50d8bed-3633-4736-b122-d39b83c0152b" providerId="ADAL" clId="{96F07421-1998-4C48-B36C-3C546823D45A}"/>
    <pc:docChg chg="undo custSel modSld">
      <pc:chgData name="Tiago Brito" userId="d50d8bed-3633-4736-b122-d39b83c0152b" providerId="ADAL" clId="{96F07421-1998-4C48-B36C-3C546823D45A}" dt="2026-05-27T16:46:05.940" v="11" actId="14100"/>
      <pc:docMkLst>
        <pc:docMk/>
      </pc:docMkLst>
      <pc:sldChg chg="modSp mod">
        <pc:chgData name="Tiago Brito" userId="d50d8bed-3633-4736-b122-d39b83c0152b" providerId="ADAL" clId="{96F07421-1998-4C48-B36C-3C546823D45A}" dt="2026-05-27T16:46:05.940" v="11" actId="14100"/>
        <pc:sldMkLst>
          <pc:docMk/>
          <pc:sldMk cId="0" sldId="256"/>
        </pc:sldMkLst>
        <pc:picChg chg="mod modCrop">
          <ac:chgData name="Tiago Brito" userId="d50d8bed-3633-4736-b122-d39b83c0152b" providerId="ADAL" clId="{96F07421-1998-4C48-B36C-3C546823D45A}" dt="2026-05-27T16:46:05.940" v="11" actId="14100"/>
          <ac:picMkLst>
            <pc:docMk/>
            <pc:sldMk cId="0" sldId="256"/>
            <ac:picMk id="51" creationId="{88505660-78C9-E7A0-9161-2C8A68A27D7A}"/>
          </ac:picMkLst>
        </pc:picChg>
        <pc:picChg chg="mod">
          <ac:chgData name="Tiago Brito" userId="d50d8bed-3633-4736-b122-d39b83c0152b" providerId="ADAL" clId="{96F07421-1998-4C48-B36C-3C546823D45A}" dt="2026-05-27T16:46:00.214" v="9" actId="1076"/>
          <ac:picMkLst>
            <pc:docMk/>
            <pc:sldMk cId="0" sldId="256"/>
            <ac:picMk id="2395" creationId="{F61C6228-4E20-C852-E1F4-BA4F1D6A7F79}"/>
          </ac:picMkLst>
        </pc:picChg>
      </pc:sldChg>
    </pc:docChg>
  </pc:docChgLst>
  <pc:docChgLst>
    <pc:chgData name="Daniel Oliveira" userId="S::doliveira24@ua.pt::caaed474-cd89-493b-94d2-ec114fb9218c" providerId="AD" clId="Web-{392E9AA4-2C21-047B-DCEA-32EF3BC273B3}"/>
    <pc:docChg chg="modSld">
      <pc:chgData name="Daniel Oliveira" userId="S::doliveira24@ua.pt::caaed474-cd89-493b-94d2-ec114fb9218c" providerId="AD" clId="Web-{392E9AA4-2C21-047B-DCEA-32EF3BC273B3}" dt="2026-05-27T11:07:08.760" v="422"/>
      <pc:docMkLst>
        <pc:docMk/>
      </pc:docMkLst>
      <pc:sldChg chg="addSp delSp modSp">
        <pc:chgData name="Daniel Oliveira" userId="S::doliveira24@ua.pt::caaed474-cd89-493b-94d2-ec114fb9218c" providerId="AD" clId="Web-{392E9AA4-2C21-047B-DCEA-32EF3BC273B3}" dt="2026-05-27T11:07:08.760" v="422"/>
        <pc:sldMkLst>
          <pc:docMk/>
          <pc:sldMk cId="0" sldId="256"/>
        </pc:sldMkLst>
        <pc:spChg chg="mod">
          <ac:chgData name="Daniel Oliveira" userId="S::doliveira24@ua.pt::caaed474-cd89-493b-94d2-ec114fb9218c" providerId="AD" clId="Web-{392E9AA4-2C21-047B-DCEA-32EF3BC273B3}" dt="2026-05-27T10:53:39.266" v="369" actId="14100"/>
          <ac:spMkLst>
            <pc:docMk/>
            <pc:sldMk cId="0" sldId="256"/>
            <ac:spMk id="90" creationId="{00000000-0000-0000-0000-000000000000}"/>
          </ac:spMkLst>
        </pc:spChg>
        <pc:spChg chg="mod">
          <ac:chgData name="Daniel Oliveira" userId="S::doliveira24@ua.pt::caaed474-cd89-493b-94d2-ec114fb9218c" providerId="AD" clId="Web-{392E9AA4-2C21-047B-DCEA-32EF3BC273B3}" dt="2026-05-27T10:25:30.588" v="281"/>
          <ac:spMkLst>
            <pc:docMk/>
            <pc:sldMk cId="0" sldId="256"/>
            <ac:spMk id="1802" creationId="{D3F25C78-0093-880D-2355-CBCE38362E0B}"/>
          </ac:spMkLst>
        </pc:spChg>
        <pc:picChg chg="mod">
          <ac:chgData name="Daniel Oliveira" userId="S::doliveira24@ua.pt::caaed474-cd89-493b-94d2-ec114fb9218c" providerId="AD" clId="Web-{392E9AA4-2C21-047B-DCEA-32EF3BC273B3}" dt="2026-05-27T10:19:58.015" v="256" actId="1076"/>
          <ac:picMkLst>
            <pc:docMk/>
            <pc:sldMk cId="0" sldId="256"/>
            <ac:picMk id="3" creationId="{6C3C2DAF-5FAB-27F5-459A-C17394C824A0}"/>
          </ac:picMkLst>
        </pc:picChg>
        <pc:picChg chg="mod">
          <ac:chgData name="Daniel Oliveira" userId="S::doliveira24@ua.pt::caaed474-cd89-493b-94d2-ec114fb9218c" providerId="AD" clId="Web-{392E9AA4-2C21-047B-DCEA-32EF3BC273B3}" dt="2026-05-27T10:20:04.203" v="258" actId="1076"/>
          <ac:picMkLst>
            <pc:docMk/>
            <pc:sldMk cId="0" sldId="256"/>
            <ac:picMk id="6" creationId="{DB6DF724-3846-2177-3D0F-B80F0920CF7B}"/>
          </ac:picMkLst>
        </pc:picChg>
        <pc:picChg chg="add mod modCrop">
          <ac:chgData name="Daniel Oliveira" userId="S::doliveira24@ua.pt::caaed474-cd89-493b-94d2-ec114fb9218c" providerId="AD" clId="Web-{392E9AA4-2C21-047B-DCEA-32EF3BC273B3}" dt="2026-05-27T10:20:06.844" v="259" actId="1076"/>
          <ac:picMkLst>
            <pc:docMk/>
            <pc:sldMk cId="0" sldId="256"/>
            <ac:picMk id="27" creationId="{BAC2F9A5-F756-A066-61A0-A08ED09F954B}"/>
          </ac:picMkLst>
        </pc:picChg>
        <pc:picChg chg="add mod modCrop">
          <ac:chgData name="Daniel Oliveira" userId="S::doliveira24@ua.pt::caaed474-cd89-493b-94d2-ec114fb9218c" providerId="AD" clId="Web-{392E9AA4-2C21-047B-DCEA-32EF3BC273B3}" dt="2026-05-27T10:20:10.797" v="260" actId="1076"/>
          <ac:picMkLst>
            <pc:docMk/>
            <pc:sldMk cId="0" sldId="256"/>
            <ac:picMk id="28" creationId="{E8BF096A-4E36-3FB3-CA3D-5C4FEF949AE5}"/>
          </ac:picMkLst>
        </pc:picChg>
        <pc:picChg chg="mod">
          <ac:chgData name="Daniel Oliveira" userId="S::doliveira24@ua.pt::caaed474-cd89-493b-94d2-ec114fb9218c" providerId="AD" clId="Web-{392E9AA4-2C21-047B-DCEA-32EF3BC273B3}" dt="2026-05-27T10:19:10.186" v="243" actId="1076"/>
          <ac:picMkLst>
            <pc:docMk/>
            <pc:sldMk cId="0" sldId="256"/>
            <ac:picMk id="91" creationId="{00000000-0000-0000-0000-000000000000}"/>
          </ac:picMkLst>
        </pc:picChg>
        <pc:picChg chg="mod">
          <ac:chgData name="Daniel Oliveira" userId="S::doliveira24@ua.pt::caaed474-cd89-493b-94d2-ec114fb9218c" providerId="AD" clId="Web-{392E9AA4-2C21-047B-DCEA-32EF3BC273B3}" dt="2026-05-27T10:19:39.312" v="252" actId="14100"/>
          <ac:picMkLst>
            <pc:docMk/>
            <pc:sldMk cId="0" sldId="256"/>
            <ac:picMk id="92" creationId="{00000000-0000-0000-0000-000000000000}"/>
          </ac:picMkLst>
        </pc:picChg>
      </pc:sldChg>
    </pc:docChg>
  </pc:docChgLst>
  <pc:docChgLst>
    <pc:chgData name="Guest User" userId="S::urn:spo:tenantanon#c1025aae-98b9-4021-b4b6-c201214b884e::" providerId="AD" clId="Web-{9B618A7F-6660-BDA9-9A29-F95059417D36}"/>
    <pc:docChg chg="modSld">
      <pc:chgData name="Guest User" userId="S::urn:spo:tenantanon#c1025aae-98b9-4021-b4b6-c201214b884e::" providerId="AD" clId="Web-{9B618A7F-6660-BDA9-9A29-F95059417D36}" dt="2026-05-27T16:06:13.283" v="21" actId="14100"/>
      <pc:docMkLst>
        <pc:docMk/>
      </pc:docMkLst>
      <pc:sldChg chg="addSp delSp modSp">
        <pc:chgData name="Guest User" userId="S::urn:spo:tenantanon#c1025aae-98b9-4021-b4b6-c201214b884e::" providerId="AD" clId="Web-{9B618A7F-6660-BDA9-9A29-F95059417D36}" dt="2026-05-27T16:06:13.283" v="21" actId="14100"/>
        <pc:sldMkLst>
          <pc:docMk/>
          <pc:sldMk cId="0" sldId="256"/>
        </pc:sldMkLst>
      </pc:sldChg>
    </pc:docChg>
  </pc:docChgLst>
  <pc:docChgLst>
    <pc:chgData name="Daniel Oliveira" userId="S::doliveira24@ua.pt::caaed474-cd89-493b-94d2-ec114fb9218c" providerId="AD" clId="Web-{A959F8BF-CBF1-A674-2FD3-6B614AEE4529}"/>
    <pc:docChg chg="modSld">
      <pc:chgData name="Daniel Oliveira" userId="S::doliveira24@ua.pt::caaed474-cd89-493b-94d2-ec114fb9218c" providerId="AD" clId="Web-{A959F8BF-CBF1-A674-2FD3-6B614AEE4529}" dt="2026-05-27T09:20:38.887" v="53" actId="20577"/>
      <pc:docMkLst>
        <pc:docMk/>
      </pc:docMkLst>
      <pc:sldChg chg="delSp modSp">
        <pc:chgData name="Daniel Oliveira" userId="S::doliveira24@ua.pt::caaed474-cd89-493b-94d2-ec114fb9218c" providerId="AD" clId="Web-{A959F8BF-CBF1-A674-2FD3-6B614AEE4529}" dt="2026-05-27T09:20:38.887" v="53" actId="20577"/>
        <pc:sldMkLst>
          <pc:docMk/>
          <pc:sldMk cId="0" sldId="256"/>
        </pc:sldMkLst>
      </pc:sldChg>
    </pc:docChg>
  </pc:docChgLst>
  <pc:docChgLst>
    <pc:chgData name="Ricardo Carmo" userId="S::ricardomlcarmo@ua.pt::f418907a-63fe-454f-9a71-397bf9c8357a" providerId="AD" clId="Web-{F7EC54C6-1A96-AFC9-B7A1-64A1646212B6}"/>
    <pc:docChg chg="modSld">
      <pc:chgData name="Ricardo Carmo" userId="S::ricardomlcarmo@ua.pt::f418907a-63fe-454f-9a71-397bf9c8357a" providerId="AD" clId="Web-{F7EC54C6-1A96-AFC9-B7A1-64A1646212B6}" dt="2026-05-26T09:43:28.462" v="123" actId="14100"/>
      <pc:docMkLst>
        <pc:docMk/>
      </pc:docMkLst>
      <pc:sldChg chg="addSp delSp modSp">
        <pc:chgData name="Ricardo Carmo" userId="S::ricardomlcarmo@ua.pt::f418907a-63fe-454f-9a71-397bf9c8357a" providerId="AD" clId="Web-{F7EC54C6-1A96-AFC9-B7A1-64A1646212B6}" dt="2026-05-26T09:43:28.462" v="123" actId="14100"/>
        <pc:sldMkLst>
          <pc:docMk/>
          <pc:sldMk cId="0" sldId="256"/>
        </pc:sldMkLst>
        <pc:spChg chg="mod">
          <ac:chgData name="Ricardo Carmo" userId="S::ricardomlcarmo@ua.pt::f418907a-63fe-454f-9a71-397bf9c8357a" providerId="AD" clId="Web-{F7EC54C6-1A96-AFC9-B7A1-64A1646212B6}" dt="2026-05-26T09:26:37.723" v="1" actId="20577"/>
          <ac:spMkLst>
            <pc:docMk/>
            <pc:sldMk cId="0" sldId="256"/>
            <ac:spMk id="84" creationId="{00000000-0000-0000-0000-000000000000}"/>
          </ac:spMkLst>
        </pc:spChg>
        <pc:spChg chg="mod">
          <ac:chgData name="Ricardo Carmo" userId="S::ricardomlcarmo@ua.pt::f418907a-63fe-454f-9a71-397bf9c8357a" providerId="AD" clId="Web-{F7EC54C6-1A96-AFC9-B7A1-64A1646212B6}" dt="2026-05-26T09:28:04.319" v="22" actId="2057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Ricardo Carmo" userId="S::ricardomlcarmo@ua.pt::f418907a-63fe-454f-9a71-397bf9c8357a" providerId="AD" clId="Web-{F7EC54C6-1A96-AFC9-B7A1-64A1646212B6}" dt="2026-05-26T09:27:37.865" v="21" actId="14100"/>
          <ac:spMkLst>
            <pc:docMk/>
            <pc:sldMk cId="0" sldId="256"/>
            <ac:spMk id="88" creationId="{00000000-0000-0000-0000-000000000000}"/>
          </ac:spMkLst>
        </pc:spChg>
        <pc:spChg chg="mod">
          <ac:chgData name="Ricardo Carmo" userId="S::ricardomlcarmo@ua.pt::f418907a-63fe-454f-9a71-397bf9c8357a" providerId="AD" clId="Web-{F7EC54C6-1A96-AFC9-B7A1-64A1646212B6}" dt="2026-05-26T09:29:14.634" v="32" actId="20577"/>
          <ac:spMkLst>
            <pc:docMk/>
            <pc:sldMk cId="0" sldId="256"/>
            <ac:spMk id="90" creationId="{00000000-0000-0000-0000-000000000000}"/>
          </ac:spMkLst>
        </pc:spChg>
        <pc:picChg chg="add mod">
          <ac:chgData name="Ricardo Carmo" userId="S::ricardomlcarmo@ua.pt::f418907a-63fe-454f-9a71-397bf9c8357a" providerId="AD" clId="Web-{F7EC54C6-1A96-AFC9-B7A1-64A1646212B6}" dt="2026-05-26T09:43:28.462" v="123" actId="14100"/>
          <ac:picMkLst>
            <pc:docMk/>
            <pc:sldMk cId="0" sldId="256"/>
            <ac:picMk id="6" creationId="{DB6DF724-3846-2177-3D0F-B80F0920CF7B}"/>
          </ac:picMkLst>
        </pc:picChg>
      </pc:sldChg>
    </pc:docChg>
  </pc:docChgLst>
  <pc:docChgLst>
    <pc:chgData name="Guest User" userId="S::urn:spo:tenantanon#c1025aae-98b9-4021-b4b6-c201214b884e::" providerId="AD" clId="Web-{12ED32F1-7456-EE8B-8B61-4B0F8CA0F09F}"/>
    <pc:docChg chg="modSld">
      <pc:chgData name="Guest User" userId="S::urn:spo:tenantanon#c1025aae-98b9-4021-b4b6-c201214b884e::" providerId="AD" clId="Web-{12ED32F1-7456-EE8B-8B61-4B0F8CA0F09F}" dt="2026-05-29T13:31:48.510" v="5" actId="1076"/>
      <pc:docMkLst>
        <pc:docMk/>
      </pc:docMkLst>
      <pc:sldChg chg="addSp delSp modSp">
        <pc:chgData name="Guest User" userId="S::urn:spo:tenantanon#c1025aae-98b9-4021-b4b6-c201214b884e::" providerId="AD" clId="Web-{12ED32F1-7456-EE8B-8B61-4B0F8CA0F09F}" dt="2026-05-29T13:31:48.510" v="5" actId="1076"/>
        <pc:sldMkLst>
          <pc:docMk/>
          <pc:sldMk cId="0" sldId="256"/>
        </pc:sldMkLst>
        <pc:picChg chg="add mod">
          <ac:chgData name="Guest User" userId="S::urn:spo:tenantanon#c1025aae-98b9-4021-b4b6-c201214b884e::" providerId="AD" clId="Web-{12ED32F1-7456-EE8B-8B61-4B0F8CA0F09F}" dt="2026-05-29T13:31:48.510" v="5" actId="1076"/>
          <ac:picMkLst>
            <pc:docMk/>
            <pc:sldMk cId="0" sldId="256"/>
            <ac:picMk id="52" creationId="{8495252C-4BE4-5FE3-261D-E7D46DF63CBE}"/>
          </ac:picMkLst>
        </pc:picChg>
        <pc:picChg chg="del">
          <ac:chgData name="Guest User" userId="S::urn:spo:tenantanon#c1025aae-98b9-4021-b4b6-c201214b884e::" providerId="AD" clId="Web-{12ED32F1-7456-EE8B-8B61-4B0F8CA0F09F}" dt="2026-05-29T13:30:53.680" v="0"/>
          <ac:picMkLst>
            <pc:docMk/>
            <pc:sldMk cId="0" sldId="256"/>
            <ac:picMk id="2394" creationId="{8517C219-75FD-F46D-38EB-CF6C81619D0C}"/>
          </ac:picMkLst>
        </pc:picChg>
      </pc:sldChg>
    </pc:docChg>
  </pc:docChgLst>
  <pc:docChgLst>
    <pc:chgData name="Daniel Oliveira" userId="S::doliveira24@ua.pt::caaed474-cd89-493b-94d2-ec114fb9218c" providerId="AD" clId="Web-{F2F647E3-A4EA-6438-0EC8-BADBDB07AAEB}"/>
    <pc:docChg chg="modSld">
      <pc:chgData name="Daniel Oliveira" userId="S::doliveira24@ua.pt::caaed474-cd89-493b-94d2-ec114fb9218c" providerId="AD" clId="Web-{F2F647E3-A4EA-6438-0EC8-BADBDB07AAEB}" dt="2026-05-27T14:46:51.271" v="333" actId="1076"/>
      <pc:docMkLst>
        <pc:docMk/>
      </pc:docMkLst>
    </pc:docChg>
  </pc:docChgLst>
  <pc:docChgLst>
    <pc:chgData name="Ricardo Carmo" userId="S::ricardomlcarmo@ua.pt::f418907a-63fe-454f-9a71-397bf9c8357a" providerId="AD" clId="Web-{9D41CD6C-A620-4469-F1D4-1F76A83A3842}"/>
    <pc:docChg chg="mod">
      <pc:chgData name="Ricardo Carmo" userId="S::ricardomlcarmo@ua.pt::f418907a-63fe-454f-9a71-397bf9c8357a" providerId="AD" clId="Web-{9D41CD6C-A620-4469-F1D4-1F76A83A3842}" dt="2026-05-27T09:19:25.885" v="0"/>
      <pc:docMkLst>
        <pc:docMk/>
      </pc:docMkLst>
    </pc:docChg>
  </pc:docChgLst>
  <pc:docChgLst>
    <pc:chgData name="Daniel Oliveira" userId="S::doliveira24@ua.pt::caaed474-cd89-493b-94d2-ec114fb9218c" providerId="AD" clId="Web-{417F3A4A-4C79-AB85-20AB-943EB67DFF22}"/>
    <pc:docChg chg="modSld">
      <pc:chgData name="Daniel Oliveira" userId="S::doliveira24@ua.pt::caaed474-cd89-493b-94d2-ec114fb9218c" providerId="AD" clId="Web-{417F3A4A-4C79-AB85-20AB-943EB67DFF22}" dt="2026-05-27T09:07:14.584" v="139" actId="20577"/>
      <pc:docMkLst>
        <pc:docMk/>
      </pc:docMkLst>
    </pc:docChg>
  </pc:docChgLst>
  <pc:docChgLst>
    <pc:chgData name="Ricardo Carmo" userId="S::ricardomlcarmo@ua.pt::f418907a-63fe-454f-9a71-397bf9c8357a" providerId="AD" clId="Web-{A8E4620E-3EA5-4EFB-4AD7-6D6315021010}"/>
    <pc:docChg chg="addSld delSld modSld">
      <pc:chgData name="Ricardo Carmo" userId="S::ricardomlcarmo@ua.pt::f418907a-63fe-454f-9a71-397bf9c8357a" providerId="AD" clId="Web-{A8E4620E-3EA5-4EFB-4AD7-6D6315021010}" dt="2026-05-27T09:46:27.682" v="78" actId="1076"/>
      <pc:docMkLst>
        <pc:docMk/>
      </pc:docMkLst>
    </pc:docChg>
  </pc:docChgLst>
  <pc:docChgLst>
    <pc:chgData name="Guest User" userId="S::urn:spo:tenantanon#c1025aae-98b9-4021-b4b6-c201214b884e::" providerId="AD" clId="Web-{0CFE4039-3987-AD81-8DF5-165FCE2CC216}"/>
    <pc:docChg chg="modSld">
      <pc:chgData name="Guest User" userId="S::urn:spo:tenantanon#c1025aae-98b9-4021-b4b6-c201214b884e::" providerId="AD" clId="Web-{0CFE4039-3987-AD81-8DF5-165FCE2CC216}" dt="2026-05-27T16:10:05.466" v="13" actId="1076"/>
      <pc:docMkLst>
        <pc:docMk/>
      </pc:docMkLst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6DCCC-CC8E-45EE-A2C8-F84228C93DC7}" authorId="{9CE541E1-19F0-2264-3C8D-3DBC0CA0E3B6}" created="2026-05-27T09:19:25.885">
    <pc:sldMkLst xmlns:pc="http://schemas.microsoft.com/office/powerpoint/2013/main/command">
      <pc:docMk/>
      <pc:sldMk cId="0" sldId="256"/>
    </pc:sldMkLst>
    <p188:txBody>
      <a:bodyPr/>
      <a:lstStyle/>
      <a:p>
        <a:r>
          <a:rPr lang="pt-PT"/>
          <a:t>Ta tudo desfocado</a:t>
        </a:r>
      </a:p>
    </p188:txBody>
  </p188:cm>
  <p188:cm id="{86EE8CA0-42FF-4356-A894-744EF689F902}" authorId="{9CE541E1-19F0-2264-3C8D-3DBC0CA0E3B6}" created="2026-05-27T09:47:12.966">
    <pc:sldMkLst xmlns:pc="http://schemas.microsoft.com/office/powerpoint/2013/main/command">
      <pc:docMk/>
      <pc:sldMk cId="0" sldId="256"/>
    </pc:sldMkLst>
    <p188:txBody>
      <a:bodyPr/>
      <a:lstStyle/>
      <a:p>
        <a:r>
          <a:rPr lang="pt-PT"/>
          <a:t>雨ちゃん &lt;3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F762BF-FDFC-464B-9078-E0011DF2F334}" type="doc">
      <dgm:prSet loTypeId="urn:microsoft.com/office/officeart/2005/8/layout/vList2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t-BR"/>
        </a:p>
      </dgm:t>
    </dgm:pt>
    <dgm:pt modelId="{1F60CC05-4408-49D4-81DA-51FEB07A5777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</a:t>
          </a:r>
          <a:r>
            <a:rPr lang="pt-BR" err="1">
              <a:latin typeface="Arial"/>
            </a:rPr>
            <a:t>Drib</a:t>
          </a:r>
          <a:r>
            <a:rPr lang="pt-BR">
              <a:latin typeface="Arial"/>
            </a:rPr>
            <a:t>le</a:t>
          </a:r>
          <a:endParaRPr lang="pt-BR"/>
        </a:p>
      </dgm:t>
    </dgm:pt>
    <dgm:pt modelId="{E7F7E960-357F-4F6D-B191-40A6F3FA24CD}" type="parTrans" cxnId="{41D77B11-40AB-4202-948C-2DE1A6D8C70E}">
      <dgm:prSet/>
      <dgm:spPr/>
      <dgm:t>
        <a:bodyPr/>
        <a:lstStyle/>
        <a:p>
          <a:endParaRPr lang="pt-BR"/>
        </a:p>
      </dgm:t>
    </dgm:pt>
    <dgm:pt modelId="{2114AE76-E369-40CF-9BA9-E4FFD5C86246}" type="sibTrans" cxnId="{41D77B11-40AB-4202-948C-2DE1A6D8C70E}">
      <dgm:prSet/>
      <dgm:spPr/>
      <dgm:t>
        <a:bodyPr/>
        <a:lstStyle/>
        <a:p>
          <a:endParaRPr lang="pt-BR"/>
        </a:p>
      </dgm:t>
    </dgm:pt>
    <dgm:pt modelId="{BDB12985-76E4-4632-915B-68739A49473F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</a:t>
          </a:r>
          <a:r>
            <a:rPr lang="pt-BR" sz="1100">
              <a:latin typeface="Calibri"/>
              <a:ea typeface="Calibri"/>
              <a:cs typeface="Calibri"/>
            </a:rPr>
            <a:t>O agente é incentivado a realizar o drible pelo caminho definido.</a:t>
          </a:r>
          <a:endParaRPr lang="pt-BR"/>
        </a:p>
      </dgm:t>
    </dgm:pt>
    <dgm:pt modelId="{0EDCDB81-D731-4A6F-B838-6BB687A4F529}" type="parTrans" cxnId="{ABD55DA0-9B6B-44B3-AD70-4038C0B8C946}">
      <dgm:prSet/>
      <dgm:spPr/>
      <dgm:t>
        <a:bodyPr/>
        <a:lstStyle/>
        <a:p>
          <a:endParaRPr lang="pt-BR"/>
        </a:p>
      </dgm:t>
    </dgm:pt>
    <dgm:pt modelId="{FB9F4F14-6400-4CE7-B0E4-ECBB1BC27EE6}" type="sibTrans" cxnId="{ABD55DA0-9B6B-44B3-AD70-4038C0B8C946}">
      <dgm:prSet/>
      <dgm:spPr/>
      <dgm:t>
        <a:bodyPr/>
        <a:lstStyle/>
        <a:p>
          <a:endParaRPr lang="pt-BR"/>
        </a:p>
      </dgm:t>
    </dgm:pt>
    <dgm:pt modelId="{56B9F526-17F2-49C4-A92E-03F6317A2E7F}" type="pres">
      <dgm:prSet presAssocID="{C7F762BF-FDFC-464B-9078-E0011DF2F334}" presName="linear" presStyleCnt="0">
        <dgm:presLayoutVars>
          <dgm:animLvl val="lvl"/>
          <dgm:resizeHandles val="exact"/>
        </dgm:presLayoutVars>
      </dgm:prSet>
      <dgm:spPr/>
    </dgm:pt>
    <dgm:pt modelId="{3A25BFDF-47DA-4BEF-A19F-9397568BAF2D}" type="pres">
      <dgm:prSet presAssocID="{1F60CC05-4408-49D4-81DA-51FEB07A577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0D351DC-450E-4647-848D-22F71148000B}" type="pres">
      <dgm:prSet presAssocID="{1F60CC05-4408-49D4-81DA-51FEB07A57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1D77B11-40AB-4202-948C-2DE1A6D8C70E}" srcId="{C7F762BF-FDFC-464B-9078-E0011DF2F334}" destId="{1F60CC05-4408-49D4-81DA-51FEB07A5777}" srcOrd="0" destOrd="0" parTransId="{E7F7E960-357F-4F6D-B191-40A6F3FA24CD}" sibTransId="{2114AE76-E369-40CF-9BA9-E4FFD5C86246}"/>
    <dgm:cxn modelId="{FED67B4D-D127-4155-A7C0-D44F21D9431F}" type="presOf" srcId="{1F60CC05-4408-49D4-81DA-51FEB07A5777}" destId="{3A25BFDF-47DA-4BEF-A19F-9397568BAF2D}" srcOrd="0" destOrd="0" presId="urn:microsoft.com/office/officeart/2005/8/layout/vList2"/>
    <dgm:cxn modelId="{414D3654-3074-48AB-82D2-26608E5C4DF6}" type="presOf" srcId="{BDB12985-76E4-4632-915B-68739A49473F}" destId="{30D351DC-450E-4647-848D-22F71148000B}" srcOrd="0" destOrd="0" presId="urn:microsoft.com/office/officeart/2005/8/layout/vList2"/>
    <dgm:cxn modelId="{ABD55DA0-9B6B-44B3-AD70-4038C0B8C946}" srcId="{1F60CC05-4408-49D4-81DA-51FEB07A5777}" destId="{BDB12985-76E4-4632-915B-68739A49473F}" srcOrd="0" destOrd="0" parTransId="{0EDCDB81-D731-4A6F-B838-6BB687A4F529}" sibTransId="{FB9F4F14-6400-4CE7-B0E4-ECBB1BC27EE6}"/>
    <dgm:cxn modelId="{AE2BEDB1-DA12-436D-8FB2-B4A4118BD272}" type="presOf" srcId="{C7F762BF-FDFC-464B-9078-E0011DF2F334}" destId="{56B9F526-17F2-49C4-A92E-03F6317A2E7F}" srcOrd="0" destOrd="0" presId="urn:microsoft.com/office/officeart/2005/8/layout/vList2"/>
    <dgm:cxn modelId="{9B584018-C8EC-4691-B24A-F492EF248B1A}" type="presParOf" srcId="{56B9F526-17F2-49C4-A92E-03F6317A2E7F}" destId="{3A25BFDF-47DA-4BEF-A19F-9397568BAF2D}" srcOrd="0" destOrd="0" presId="urn:microsoft.com/office/officeart/2005/8/layout/vList2"/>
    <dgm:cxn modelId="{A927D87F-3E05-4694-8E81-8F1EF6FF1426}" type="presParOf" srcId="{56B9F526-17F2-49C4-A92E-03F6317A2E7F}" destId="{30D351DC-450E-4647-848D-22F71148000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F762BF-FDFC-464B-9078-E0011DF2F334}" type="doc">
      <dgm:prSet loTypeId="urn:microsoft.com/office/officeart/2005/8/layout/vList2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t-BR"/>
        </a:p>
      </dgm:t>
    </dgm:pt>
    <dgm:pt modelId="{1F60CC05-4408-49D4-81DA-51FEB07A5777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Guarda Redes</a:t>
          </a:r>
          <a:endParaRPr lang="pt-BR"/>
        </a:p>
      </dgm:t>
    </dgm:pt>
    <dgm:pt modelId="{E7F7E960-357F-4F6D-B191-40A6F3FA24CD}" type="parTrans" cxnId="{41D77B11-40AB-4202-948C-2DE1A6D8C70E}">
      <dgm:prSet/>
      <dgm:spPr/>
      <dgm:t>
        <a:bodyPr/>
        <a:lstStyle/>
        <a:p>
          <a:endParaRPr lang="pt-BR"/>
        </a:p>
      </dgm:t>
    </dgm:pt>
    <dgm:pt modelId="{2114AE76-E369-40CF-9BA9-E4FFD5C86246}" type="sibTrans" cxnId="{41D77B11-40AB-4202-948C-2DE1A6D8C70E}">
      <dgm:prSet/>
      <dgm:spPr/>
      <dgm:t>
        <a:bodyPr/>
        <a:lstStyle/>
        <a:p>
          <a:endParaRPr lang="pt-BR"/>
        </a:p>
      </dgm:t>
    </dgm:pt>
    <dgm:pt modelId="{BDB12985-76E4-4632-915B-68739A49473F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</a:t>
          </a:r>
          <a:r>
            <a:rPr lang="pt-BR" sz="1100">
              <a:latin typeface="Calibri"/>
              <a:ea typeface="Calibri"/>
              <a:cs typeface="Calibri"/>
            </a:rPr>
            <a:t>O agente é incentivado a colocar as mãos no ponto de interceção da bola antes de esta entrar na baliza.</a:t>
          </a:r>
          <a:endParaRPr lang="pt-BR"/>
        </a:p>
      </dgm:t>
    </dgm:pt>
    <dgm:pt modelId="{0EDCDB81-D731-4A6F-B838-6BB687A4F529}" type="parTrans" cxnId="{ABD55DA0-9B6B-44B3-AD70-4038C0B8C946}">
      <dgm:prSet/>
      <dgm:spPr/>
      <dgm:t>
        <a:bodyPr/>
        <a:lstStyle/>
        <a:p>
          <a:endParaRPr lang="pt-BR"/>
        </a:p>
      </dgm:t>
    </dgm:pt>
    <dgm:pt modelId="{FB9F4F14-6400-4CE7-B0E4-ECBB1BC27EE6}" type="sibTrans" cxnId="{ABD55DA0-9B6B-44B3-AD70-4038C0B8C946}">
      <dgm:prSet/>
      <dgm:spPr/>
      <dgm:t>
        <a:bodyPr/>
        <a:lstStyle/>
        <a:p>
          <a:endParaRPr lang="pt-BR"/>
        </a:p>
      </dgm:t>
    </dgm:pt>
    <dgm:pt modelId="{56B9F526-17F2-49C4-A92E-03F6317A2E7F}" type="pres">
      <dgm:prSet presAssocID="{C7F762BF-FDFC-464B-9078-E0011DF2F334}" presName="linear" presStyleCnt="0">
        <dgm:presLayoutVars>
          <dgm:animLvl val="lvl"/>
          <dgm:resizeHandles val="exact"/>
        </dgm:presLayoutVars>
      </dgm:prSet>
      <dgm:spPr/>
    </dgm:pt>
    <dgm:pt modelId="{3A25BFDF-47DA-4BEF-A19F-9397568BAF2D}" type="pres">
      <dgm:prSet presAssocID="{1F60CC05-4408-49D4-81DA-51FEB07A577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0D351DC-450E-4647-848D-22F71148000B}" type="pres">
      <dgm:prSet presAssocID="{1F60CC05-4408-49D4-81DA-51FEB07A57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1D77B11-40AB-4202-948C-2DE1A6D8C70E}" srcId="{C7F762BF-FDFC-464B-9078-E0011DF2F334}" destId="{1F60CC05-4408-49D4-81DA-51FEB07A5777}" srcOrd="0" destOrd="0" parTransId="{E7F7E960-357F-4F6D-B191-40A6F3FA24CD}" sibTransId="{2114AE76-E369-40CF-9BA9-E4FFD5C86246}"/>
    <dgm:cxn modelId="{FED67B4D-D127-4155-A7C0-D44F21D9431F}" type="presOf" srcId="{1F60CC05-4408-49D4-81DA-51FEB07A5777}" destId="{3A25BFDF-47DA-4BEF-A19F-9397568BAF2D}" srcOrd="0" destOrd="0" presId="urn:microsoft.com/office/officeart/2005/8/layout/vList2"/>
    <dgm:cxn modelId="{414D3654-3074-48AB-82D2-26608E5C4DF6}" type="presOf" srcId="{BDB12985-76E4-4632-915B-68739A49473F}" destId="{30D351DC-450E-4647-848D-22F71148000B}" srcOrd="0" destOrd="0" presId="urn:microsoft.com/office/officeart/2005/8/layout/vList2"/>
    <dgm:cxn modelId="{ABD55DA0-9B6B-44B3-AD70-4038C0B8C946}" srcId="{1F60CC05-4408-49D4-81DA-51FEB07A5777}" destId="{BDB12985-76E4-4632-915B-68739A49473F}" srcOrd="0" destOrd="0" parTransId="{0EDCDB81-D731-4A6F-B838-6BB687A4F529}" sibTransId="{FB9F4F14-6400-4CE7-B0E4-ECBB1BC27EE6}"/>
    <dgm:cxn modelId="{AE2BEDB1-DA12-436D-8FB2-B4A4118BD272}" type="presOf" srcId="{C7F762BF-FDFC-464B-9078-E0011DF2F334}" destId="{56B9F526-17F2-49C4-A92E-03F6317A2E7F}" srcOrd="0" destOrd="0" presId="urn:microsoft.com/office/officeart/2005/8/layout/vList2"/>
    <dgm:cxn modelId="{9B584018-C8EC-4691-B24A-F492EF248B1A}" type="presParOf" srcId="{56B9F526-17F2-49C4-A92E-03F6317A2E7F}" destId="{3A25BFDF-47DA-4BEF-A19F-9397568BAF2D}" srcOrd="0" destOrd="0" presId="urn:microsoft.com/office/officeart/2005/8/layout/vList2"/>
    <dgm:cxn modelId="{A927D87F-3E05-4694-8E81-8F1EF6FF1426}" type="presParOf" srcId="{56B9F526-17F2-49C4-A92E-03F6317A2E7F}" destId="{30D351DC-450E-4647-848D-22F71148000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F762BF-FDFC-464B-9078-E0011DF2F334}" type="doc">
      <dgm:prSet loTypeId="urn:microsoft.com/office/officeart/2005/8/layout/vList2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t-BR"/>
        </a:p>
      </dgm:t>
    </dgm:pt>
    <dgm:pt modelId="{1F60CC05-4408-49D4-81DA-51FEB07A5777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 Remate</a:t>
          </a:r>
          <a:endParaRPr lang="pt-BR"/>
        </a:p>
      </dgm:t>
    </dgm:pt>
    <dgm:pt modelId="{E7F7E960-357F-4F6D-B191-40A6F3FA24CD}" type="parTrans" cxnId="{41D77B11-40AB-4202-948C-2DE1A6D8C70E}">
      <dgm:prSet/>
      <dgm:spPr/>
      <dgm:t>
        <a:bodyPr/>
        <a:lstStyle/>
        <a:p>
          <a:endParaRPr lang="pt-BR"/>
        </a:p>
      </dgm:t>
    </dgm:pt>
    <dgm:pt modelId="{2114AE76-E369-40CF-9BA9-E4FFD5C86246}" type="sibTrans" cxnId="{41D77B11-40AB-4202-948C-2DE1A6D8C70E}">
      <dgm:prSet/>
      <dgm:spPr/>
      <dgm:t>
        <a:bodyPr/>
        <a:lstStyle/>
        <a:p>
          <a:endParaRPr lang="pt-BR"/>
        </a:p>
      </dgm:t>
    </dgm:pt>
    <dgm:pt modelId="{BDB12985-76E4-4632-915B-68739A49473F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</a:t>
          </a:r>
          <a:r>
            <a:rPr lang="pt-BR" sz="1100">
              <a:latin typeface="Calibri"/>
              <a:ea typeface="Calibri"/>
              <a:cs typeface="Calibri"/>
            </a:rPr>
            <a:t>O agente é incentivado a chutar com máxima força para frente.</a:t>
          </a:r>
          <a:endParaRPr lang="en-US" sz="1100">
            <a:latin typeface="Calibri"/>
            <a:ea typeface="Calibri"/>
            <a:cs typeface="Calibri"/>
          </a:endParaRPr>
        </a:p>
      </dgm:t>
    </dgm:pt>
    <dgm:pt modelId="{0EDCDB81-D731-4A6F-B838-6BB687A4F529}" type="parTrans" cxnId="{ABD55DA0-9B6B-44B3-AD70-4038C0B8C946}">
      <dgm:prSet/>
      <dgm:spPr/>
      <dgm:t>
        <a:bodyPr/>
        <a:lstStyle/>
        <a:p>
          <a:endParaRPr lang="pt-BR"/>
        </a:p>
      </dgm:t>
    </dgm:pt>
    <dgm:pt modelId="{FB9F4F14-6400-4CE7-B0E4-ECBB1BC27EE6}" type="sibTrans" cxnId="{ABD55DA0-9B6B-44B3-AD70-4038C0B8C946}">
      <dgm:prSet/>
      <dgm:spPr/>
      <dgm:t>
        <a:bodyPr/>
        <a:lstStyle/>
        <a:p>
          <a:endParaRPr lang="pt-BR"/>
        </a:p>
      </dgm:t>
    </dgm:pt>
    <dgm:pt modelId="{56B9F526-17F2-49C4-A92E-03F6317A2E7F}" type="pres">
      <dgm:prSet presAssocID="{C7F762BF-FDFC-464B-9078-E0011DF2F334}" presName="linear" presStyleCnt="0">
        <dgm:presLayoutVars>
          <dgm:animLvl val="lvl"/>
          <dgm:resizeHandles val="exact"/>
        </dgm:presLayoutVars>
      </dgm:prSet>
      <dgm:spPr/>
    </dgm:pt>
    <dgm:pt modelId="{3A25BFDF-47DA-4BEF-A19F-9397568BAF2D}" type="pres">
      <dgm:prSet presAssocID="{1F60CC05-4408-49D4-81DA-51FEB07A577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0D351DC-450E-4647-848D-22F71148000B}" type="pres">
      <dgm:prSet presAssocID="{1F60CC05-4408-49D4-81DA-51FEB07A57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1D77B11-40AB-4202-948C-2DE1A6D8C70E}" srcId="{C7F762BF-FDFC-464B-9078-E0011DF2F334}" destId="{1F60CC05-4408-49D4-81DA-51FEB07A5777}" srcOrd="0" destOrd="0" parTransId="{E7F7E960-357F-4F6D-B191-40A6F3FA24CD}" sibTransId="{2114AE76-E369-40CF-9BA9-E4FFD5C86246}"/>
    <dgm:cxn modelId="{ABD55DA0-9B6B-44B3-AD70-4038C0B8C946}" srcId="{1F60CC05-4408-49D4-81DA-51FEB07A5777}" destId="{BDB12985-76E4-4632-915B-68739A49473F}" srcOrd="0" destOrd="0" parTransId="{0EDCDB81-D731-4A6F-B838-6BB687A4F529}" sibTransId="{FB9F4F14-6400-4CE7-B0E4-ECBB1BC27EE6}"/>
    <dgm:cxn modelId="{AE2BEDB1-DA12-436D-8FB2-B4A4118BD272}" type="presOf" srcId="{C7F762BF-FDFC-464B-9078-E0011DF2F334}" destId="{56B9F526-17F2-49C4-A92E-03F6317A2E7F}" srcOrd="0" destOrd="0" presId="urn:microsoft.com/office/officeart/2005/8/layout/vList2"/>
    <dgm:cxn modelId="{EC69B4C2-5B40-42F8-AE03-33B39BFEC16F}" type="presOf" srcId="{1F60CC05-4408-49D4-81DA-51FEB07A5777}" destId="{3A25BFDF-47DA-4BEF-A19F-9397568BAF2D}" srcOrd="0" destOrd="0" presId="urn:microsoft.com/office/officeart/2005/8/layout/vList2"/>
    <dgm:cxn modelId="{AFE1B1CF-B2FC-4DAE-9DA8-BB4260A28C92}" type="presOf" srcId="{BDB12985-76E4-4632-915B-68739A49473F}" destId="{30D351DC-450E-4647-848D-22F71148000B}" srcOrd="0" destOrd="0" presId="urn:microsoft.com/office/officeart/2005/8/layout/vList2"/>
    <dgm:cxn modelId="{EA3DE978-C223-435F-9CB8-14007858523E}" type="presParOf" srcId="{56B9F526-17F2-49C4-A92E-03F6317A2E7F}" destId="{3A25BFDF-47DA-4BEF-A19F-9397568BAF2D}" srcOrd="0" destOrd="0" presId="urn:microsoft.com/office/officeart/2005/8/layout/vList2"/>
    <dgm:cxn modelId="{03A5856A-57A6-48D8-8D56-2E92217F7913}" type="presParOf" srcId="{56B9F526-17F2-49C4-A92E-03F6317A2E7F}" destId="{30D351DC-450E-4647-848D-22F71148000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F762BF-FDFC-464B-9078-E0011DF2F334}" type="doc">
      <dgm:prSet loTypeId="urn:microsoft.com/office/officeart/2005/8/layout/vList2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t-BR"/>
        </a:p>
      </dgm:t>
    </dgm:pt>
    <dgm:pt modelId="{1F60CC05-4408-49D4-81DA-51FEB07A5777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 Passe</a:t>
          </a:r>
          <a:endParaRPr lang="pt-BR"/>
        </a:p>
      </dgm:t>
    </dgm:pt>
    <dgm:pt modelId="{E7F7E960-357F-4F6D-B191-40A6F3FA24CD}" type="parTrans" cxnId="{41D77B11-40AB-4202-948C-2DE1A6D8C70E}">
      <dgm:prSet/>
      <dgm:spPr/>
      <dgm:t>
        <a:bodyPr/>
        <a:lstStyle/>
        <a:p>
          <a:endParaRPr lang="pt-BR"/>
        </a:p>
      </dgm:t>
    </dgm:pt>
    <dgm:pt modelId="{2114AE76-E369-40CF-9BA9-E4FFD5C86246}" type="sibTrans" cxnId="{41D77B11-40AB-4202-948C-2DE1A6D8C70E}">
      <dgm:prSet/>
      <dgm:spPr/>
      <dgm:t>
        <a:bodyPr/>
        <a:lstStyle/>
        <a:p>
          <a:endParaRPr lang="pt-BR"/>
        </a:p>
      </dgm:t>
    </dgm:pt>
    <dgm:pt modelId="{BDB12985-76E4-4632-915B-68739A49473F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</a:t>
          </a:r>
          <a:r>
            <a:rPr lang="pt-BR" sz="1100">
              <a:latin typeface="Calibri"/>
              <a:ea typeface="Calibri"/>
              <a:cs typeface="Calibri"/>
            </a:rPr>
            <a:t>O agente é incentivado a realizar o passe da bola para um ponto de referência definido.</a:t>
          </a:r>
          <a:endParaRPr lang="en-US" sz="1100">
            <a:latin typeface="Calibri"/>
            <a:ea typeface="Calibri"/>
            <a:cs typeface="Calibri"/>
          </a:endParaRPr>
        </a:p>
      </dgm:t>
    </dgm:pt>
    <dgm:pt modelId="{0EDCDB81-D731-4A6F-B838-6BB687A4F529}" type="parTrans" cxnId="{ABD55DA0-9B6B-44B3-AD70-4038C0B8C946}">
      <dgm:prSet/>
      <dgm:spPr/>
      <dgm:t>
        <a:bodyPr/>
        <a:lstStyle/>
        <a:p>
          <a:endParaRPr lang="pt-BR"/>
        </a:p>
      </dgm:t>
    </dgm:pt>
    <dgm:pt modelId="{FB9F4F14-6400-4CE7-B0E4-ECBB1BC27EE6}" type="sibTrans" cxnId="{ABD55DA0-9B6B-44B3-AD70-4038C0B8C946}">
      <dgm:prSet/>
      <dgm:spPr/>
      <dgm:t>
        <a:bodyPr/>
        <a:lstStyle/>
        <a:p>
          <a:endParaRPr lang="pt-BR"/>
        </a:p>
      </dgm:t>
    </dgm:pt>
    <dgm:pt modelId="{56B9F526-17F2-49C4-A92E-03F6317A2E7F}" type="pres">
      <dgm:prSet presAssocID="{C7F762BF-FDFC-464B-9078-E0011DF2F334}" presName="linear" presStyleCnt="0">
        <dgm:presLayoutVars>
          <dgm:animLvl val="lvl"/>
          <dgm:resizeHandles val="exact"/>
        </dgm:presLayoutVars>
      </dgm:prSet>
      <dgm:spPr/>
    </dgm:pt>
    <dgm:pt modelId="{3A25BFDF-47DA-4BEF-A19F-9397568BAF2D}" type="pres">
      <dgm:prSet presAssocID="{1F60CC05-4408-49D4-81DA-51FEB07A577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0D351DC-450E-4647-848D-22F71148000B}" type="pres">
      <dgm:prSet presAssocID="{1F60CC05-4408-49D4-81DA-51FEB07A57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1D77B11-40AB-4202-948C-2DE1A6D8C70E}" srcId="{C7F762BF-FDFC-464B-9078-E0011DF2F334}" destId="{1F60CC05-4408-49D4-81DA-51FEB07A5777}" srcOrd="0" destOrd="0" parTransId="{E7F7E960-357F-4F6D-B191-40A6F3FA24CD}" sibTransId="{2114AE76-E369-40CF-9BA9-E4FFD5C86246}"/>
    <dgm:cxn modelId="{102BB53D-930F-4671-814D-1AC4FDB6ABCB}" type="presOf" srcId="{BDB12985-76E4-4632-915B-68739A49473F}" destId="{30D351DC-450E-4647-848D-22F71148000B}" srcOrd="0" destOrd="0" presId="urn:microsoft.com/office/officeart/2005/8/layout/vList2"/>
    <dgm:cxn modelId="{ABD55DA0-9B6B-44B3-AD70-4038C0B8C946}" srcId="{1F60CC05-4408-49D4-81DA-51FEB07A5777}" destId="{BDB12985-76E4-4632-915B-68739A49473F}" srcOrd="0" destOrd="0" parTransId="{0EDCDB81-D731-4A6F-B838-6BB687A4F529}" sibTransId="{FB9F4F14-6400-4CE7-B0E4-ECBB1BC27EE6}"/>
    <dgm:cxn modelId="{AE2BEDB1-DA12-436D-8FB2-B4A4118BD272}" type="presOf" srcId="{C7F762BF-FDFC-464B-9078-E0011DF2F334}" destId="{56B9F526-17F2-49C4-A92E-03F6317A2E7F}" srcOrd="0" destOrd="0" presId="urn:microsoft.com/office/officeart/2005/8/layout/vList2"/>
    <dgm:cxn modelId="{0AEFC5C1-0F7C-4065-B2D9-A28131C4DE96}" type="presOf" srcId="{1F60CC05-4408-49D4-81DA-51FEB07A5777}" destId="{3A25BFDF-47DA-4BEF-A19F-9397568BAF2D}" srcOrd="0" destOrd="0" presId="urn:microsoft.com/office/officeart/2005/8/layout/vList2"/>
    <dgm:cxn modelId="{037FE749-2B48-46EA-B638-29426875CAE4}" type="presParOf" srcId="{56B9F526-17F2-49C4-A92E-03F6317A2E7F}" destId="{3A25BFDF-47DA-4BEF-A19F-9397568BAF2D}" srcOrd="0" destOrd="0" presId="urn:microsoft.com/office/officeart/2005/8/layout/vList2"/>
    <dgm:cxn modelId="{E31E4B5E-1D9B-4A71-97B5-25416D15D816}" type="presParOf" srcId="{56B9F526-17F2-49C4-A92E-03F6317A2E7F}" destId="{30D351DC-450E-4647-848D-22F71148000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F762BF-FDFC-464B-9078-E0011DF2F334}" type="doc">
      <dgm:prSet loTypeId="urn:microsoft.com/office/officeart/2005/8/layout/vList2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t-BR"/>
        </a:p>
      </dgm:t>
    </dgm:pt>
    <dgm:pt modelId="{1F60CC05-4408-49D4-81DA-51FEB07A5777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 Queda</a:t>
          </a:r>
          <a:endParaRPr lang="pt-BR"/>
        </a:p>
      </dgm:t>
    </dgm:pt>
    <dgm:pt modelId="{E7F7E960-357F-4F6D-B191-40A6F3FA24CD}" type="parTrans" cxnId="{41D77B11-40AB-4202-948C-2DE1A6D8C70E}">
      <dgm:prSet/>
      <dgm:spPr/>
      <dgm:t>
        <a:bodyPr/>
        <a:lstStyle/>
        <a:p>
          <a:endParaRPr lang="pt-BR"/>
        </a:p>
      </dgm:t>
    </dgm:pt>
    <dgm:pt modelId="{2114AE76-E369-40CF-9BA9-E4FFD5C86246}" type="sibTrans" cxnId="{41D77B11-40AB-4202-948C-2DE1A6D8C70E}">
      <dgm:prSet/>
      <dgm:spPr/>
      <dgm:t>
        <a:bodyPr/>
        <a:lstStyle/>
        <a:p>
          <a:endParaRPr lang="pt-BR"/>
        </a:p>
      </dgm:t>
    </dgm:pt>
    <dgm:pt modelId="{BDB12985-76E4-4632-915B-68739A49473F}">
      <dgm:prSet phldrT="[Texto]" phldr="0"/>
      <dgm:spPr/>
      <dgm:t>
        <a:bodyPr/>
        <a:lstStyle/>
        <a:p>
          <a:pPr rtl="0"/>
          <a:r>
            <a:rPr lang="pt-BR">
              <a:latin typeface="Arial"/>
            </a:rPr>
            <a:t> </a:t>
          </a:r>
          <a:r>
            <a:rPr lang="pt-BR" sz="1100">
              <a:latin typeface="Calibri"/>
              <a:ea typeface="Calibri"/>
              <a:cs typeface="Calibri"/>
            </a:rPr>
            <a:t>O agente a cair rapidamente até ficar completamente deitado no chão.</a:t>
          </a:r>
          <a:endParaRPr lang="pt-BR"/>
        </a:p>
      </dgm:t>
    </dgm:pt>
    <dgm:pt modelId="{0EDCDB81-D731-4A6F-B838-6BB687A4F529}" type="parTrans" cxnId="{ABD55DA0-9B6B-44B3-AD70-4038C0B8C946}">
      <dgm:prSet/>
      <dgm:spPr/>
      <dgm:t>
        <a:bodyPr/>
        <a:lstStyle/>
        <a:p>
          <a:endParaRPr lang="pt-BR"/>
        </a:p>
      </dgm:t>
    </dgm:pt>
    <dgm:pt modelId="{FB9F4F14-6400-4CE7-B0E4-ECBB1BC27EE6}" type="sibTrans" cxnId="{ABD55DA0-9B6B-44B3-AD70-4038C0B8C946}">
      <dgm:prSet/>
      <dgm:spPr/>
      <dgm:t>
        <a:bodyPr/>
        <a:lstStyle/>
        <a:p>
          <a:endParaRPr lang="pt-BR"/>
        </a:p>
      </dgm:t>
    </dgm:pt>
    <dgm:pt modelId="{56B9F526-17F2-49C4-A92E-03F6317A2E7F}" type="pres">
      <dgm:prSet presAssocID="{C7F762BF-FDFC-464B-9078-E0011DF2F334}" presName="linear" presStyleCnt="0">
        <dgm:presLayoutVars>
          <dgm:animLvl val="lvl"/>
          <dgm:resizeHandles val="exact"/>
        </dgm:presLayoutVars>
      </dgm:prSet>
      <dgm:spPr/>
    </dgm:pt>
    <dgm:pt modelId="{3A25BFDF-47DA-4BEF-A19F-9397568BAF2D}" type="pres">
      <dgm:prSet presAssocID="{1F60CC05-4408-49D4-81DA-51FEB07A577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0D351DC-450E-4647-848D-22F71148000B}" type="pres">
      <dgm:prSet presAssocID="{1F60CC05-4408-49D4-81DA-51FEB07A57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1D77B11-40AB-4202-948C-2DE1A6D8C70E}" srcId="{C7F762BF-FDFC-464B-9078-E0011DF2F334}" destId="{1F60CC05-4408-49D4-81DA-51FEB07A5777}" srcOrd="0" destOrd="0" parTransId="{E7F7E960-357F-4F6D-B191-40A6F3FA24CD}" sibTransId="{2114AE76-E369-40CF-9BA9-E4FFD5C86246}"/>
    <dgm:cxn modelId="{FED67B4D-D127-4155-A7C0-D44F21D9431F}" type="presOf" srcId="{1F60CC05-4408-49D4-81DA-51FEB07A5777}" destId="{3A25BFDF-47DA-4BEF-A19F-9397568BAF2D}" srcOrd="0" destOrd="0" presId="urn:microsoft.com/office/officeart/2005/8/layout/vList2"/>
    <dgm:cxn modelId="{414D3654-3074-48AB-82D2-26608E5C4DF6}" type="presOf" srcId="{BDB12985-76E4-4632-915B-68739A49473F}" destId="{30D351DC-450E-4647-848D-22F71148000B}" srcOrd="0" destOrd="0" presId="urn:microsoft.com/office/officeart/2005/8/layout/vList2"/>
    <dgm:cxn modelId="{ABD55DA0-9B6B-44B3-AD70-4038C0B8C946}" srcId="{1F60CC05-4408-49D4-81DA-51FEB07A5777}" destId="{BDB12985-76E4-4632-915B-68739A49473F}" srcOrd="0" destOrd="0" parTransId="{0EDCDB81-D731-4A6F-B838-6BB687A4F529}" sibTransId="{FB9F4F14-6400-4CE7-B0E4-ECBB1BC27EE6}"/>
    <dgm:cxn modelId="{AE2BEDB1-DA12-436D-8FB2-B4A4118BD272}" type="presOf" srcId="{C7F762BF-FDFC-464B-9078-E0011DF2F334}" destId="{56B9F526-17F2-49C4-A92E-03F6317A2E7F}" srcOrd="0" destOrd="0" presId="urn:microsoft.com/office/officeart/2005/8/layout/vList2"/>
    <dgm:cxn modelId="{9B584018-C8EC-4691-B24A-F492EF248B1A}" type="presParOf" srcId="{56B9F526-17F2-49C4-A92E-03F6317A2E7F}" destId="{3A25BFDF-47DA-4BEF-A19F-9397568BAF2D}" srcOrd="0" destOrd="0" presId="urn:microsoft.com/office/officeart/2005/8/layout/vList2"/>
    <dgm:cxn modelId="{A927D87F-3E05-4694-8E81-8F1EF6FF1426}" type="presParOf" srcId="{56B9F526-17F2-49C4-A92E-03F6317A2E7F}" destId="{30D351DC-450E-4647-848D-22F71148000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5BFDF-47DA-4BEF-A19F-9397568BAF2D}">
      <dsp:nvSpPr>
        <dsp:cNvPr id="0" name=""/>
        <dsp:cNvSpPr/>
      </dsp:nvSpPr>
      <dsp:spPr>
        <a:xfrm>
          <a:off x="0" y="10290"/>
          <a:ext cx="6486554" cy="561599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>
              <a:latin typeface="Arial"/>
            </a:rPr>
            <a:t> </a:t>
          </a:r>
          <a:r>
            <a:rPr lang="pt-BR" sz="2400" kern="1200" err="1">
              <a:latin typeface="Arial"/>
            </a:rPr>
            <a:t>Drib</a:t>
          </a:r>
          <a:r>
            <a:rPr lang="pt-BR" sz="2400" kern="1200">
              <a:latin typeface="Arial"/>
            </a:rPr>
            <a:t>le</a:t>
          </a:r>
          <a:endParaRPr lang="pt-BR" sz="2400" kern="1200"/>
        </a:p>
      </dsp:txBody>
      <dsp:txXfrm>
        <a:off x="27415" y="37705"/>
        <a:ext cx="6431724" cy="506769"/>
      </dsp:txXfrm>
    </dsp:sp>
    <dsp:sp modelId="{30D351DC-450E-4647-848D-22F71148000B}">
      <dsp:nvSpPr>
        <dsp:cNvPr id="0" name=""/>
        <dsp:cNvSpPr/>
      </dsp:nvSpPr>
      <dsp:spPr>
        <a:xfrm>
          <a:off x="0" y="571890"/>
          <a:ext cx="648655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948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900" kern="1200">
              <a:latin typeface="Arial"/>
            </a:rPr>
            <a:t> </a:t>
          </a:r>
          <a:r>
            <a:rPr lang="pt-BR" sz="1900" kern="1200">
              <a:latin typeface="Calibri"/>
              <a:ea typeface="Calibri"/>
              <a:cs typeface="Calibri"/>
            </a:rPr>
            <a:t>O agente é incentivado a realizar o drible pelo caminho definido.</a:t>
          </a:r>
          <a:endParaRPr lang="pt-BR" sz="1900" kern="1200"/>
        </a:p>
      </dsp:txBody>
      <dsp:txXfrm>
        <a:off x="0" y="571890"/>
        <a:ext cx="6486554" cy="596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5BFDF-47DA-4BEF-A19F-9397568BAF2D}">
      <dsp:nvSpPr>
        <dsp:cNvPr id="0" name=""/>
        <dsp:cNvSpPr/>
      </dsp:nvSpPr>
      <dsp:spPr>
        <a:xfrm>
          <a:off x="0" y="24378"/>
          <a:ext cx="6486554" cy="561599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>
              <a:latin typeface="Arial"/>
            </a:rPr>
            <a:t> Guarda Redes</a:t>
          </a:r>
          <a:endParaRPr lang="pt-BR" sz="2400" kern="1200"/>
        </a:p>
      </dsp:txBody>
      <dsp:txXfrm>
        <a:off x="27415" y="51793"/>
        <a:ext cx="6431724" cy="506769"/>
      </dsp:txXfrm>
    </dsp:sp>
    <dsp:sp modelId="{30D351DC-450E-4647-848D-22F71148000B}">
      <dsp:nvSpPr>
        <dsp:cNvPr id="0" name=""/>
        <dsp:cNvSpPr/>
      </dsp:nvSpPr>
      <dsp:spPr>
        <a:xfrm>
          <a:off x="0" y="585978"/>
          <a:ext cx="648655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948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900" kern="1200">
              <a:latin typeface="Arial"/>
            </a:rPr>
            <a:t> </a:t>
          </a:r>
          <a:r>
            <a:rPr lang="pt-BR" sz="1900" kern="1200">
              <a:latin typeface="Calibri"/>
              <a:ea typeface="Calibri"/>
              <a:cs typeface="Calibri"/>
            </a:rPr>
            <a:t>O agente é incentivado a colocar as mãos no ponto de interceção da bola antes de esta entrar na baliza.</a:t>
          </a:r>
          <a:endParaRPr lang="pt-BR" sz="1900" kern="1200"/>
        </a:p>
      </dsp:txBody>
      <dsp:txXfrm>
        <a:off x="0" y="585978"/>
        <a:ext cx="6486554" cy="5961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5BFDF-47DA-4BEF-A19F-9397568BAF2D}">
      <dsp:nvSpPr>
        <dsp:cNvPr id="0" name=""/>
        <dsp:cNvSpPr/>
      </dsp:nvSpPr>
      <dsp:spPr>
        <a:xfrm>
          <a:off x="0" y="73284"/>
          <a:ext cx="6486554" cy="538200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>
              <a:latin typeface="Arial"/>
            </a:rPr>
            <a:t>  Remate</a:t>
          </a:r>
          <a:endParaRPr lang="pt-BR" sz="2300" kern="1200"/>
        </a:p>
      </dsp:txBody>
      <dsp:txXfrm>
        <a:off x="26273" y="99557"/>
        <a:ext cx="6434008" cy="485654"/>
      </dsp:txXfrm>
    </dsp:sp>
    <dsp:sp modelId="{30D351DC-450E-4647-848D-22F71148000B}">
      <dsp:nvSpPr>
        <dsp:cNvPr id="0" name=""/>
        <dsp:cNvSpPr/>
      </dsp:nvSpPr>
      <dsp:spPr>
        <a:xfrm>
          <a:off x="0" y="611484"/>
          <a:ext cx="6486554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948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>
              <a:latin typeface="Arial"/>
            </a:rPr>
            <a:t> </a:t>
          </a:r>
          <a:r>
            <a:rPr lang="pt-BR" sz="1800" kern="1200">
              <a:latin typeface="Calibri"/>
              <a:ea typeface="Calibri"/>
              <a:cs typeface="Calibri"/>
            </a:rPr>
            <a:t>O agente é incentivado a chutar com máxima força para frente.</a:t>
          </a:r>
          <a:endParaRPr lang="en-US" sz="1800" kern="1200">
            <a:latin typeface="Calibri"/>
            <a:ea typeface="Calibri"/>
            <a:cs typeface="Calibri"/>
          </a:endParaRPr>
        </a:p>
      </dsp:txBody>
      <dsp:txXfrm>
        <a:off x="0" y="611484"/>
        <a:ext cx="6486554" cy="380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5BFDF-47DA-4BEF-A19F-9397568BAF2D}">
      <dsp:nvSpPr>
        <dsp:cNvPr id="0" name=""/>
        <dsp:cNvSpPr/>
      </dsp:nvSpPr>
      <dsp:spPr>
        <a:xfrm>
          <a:off x="0" y="23085"/>
          <a:ext cx="6430243" cy="491399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>
              <a:latin typeface="Arial"/>
            </a:rPr>
            <a:t>  Passe</a:t>
          </a:r>
          <a:endParaRPr lang="pt-BR" sz="2100" kern="1200"/>
        </a:p>
      </dsp:txBody>
      <dsp:txXfrm>
        <a:off x="23988" y="47073"/>
        <a:ext cx="6382267" cy="443423"/>
      </dsp:txXfrm>
    </dsp:sp>
    <dsp:sp modelId="{30D351DC-450E-4647-848D-22F71148000B}">
      <dsp:nvSpPr>
        <dsp:cNvPr id="0" name=""/>
        <dsp:cNvSpPr/>
      </dsp:nvSpPr>
      <dsp:spPr>
        <a:xfrm>
          <a:off x="0" y="514485"/>
          <a:ext cx="6430243" cy="499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160" tIns="26670" rIns="149352" bIns="2667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>
              <a:latin typeface="Arial"/>
            </a:rPr>
            <a:t> </a:t>
          </a:r>
          <a:r>
            <a:rPr lang="pt-BR" sz="1600" kern="1200">
              <a:latin typeface="Calibri"/>
              <a:ea typeface="Calibri"/>
              <a:cs typeface="Calibri"/>
            </a:rPr>
            <a:t>O agente é incentivado a realizar o passe da bola para um ponto de referência definido.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0" y="514485"/>
        <a:ext cx="6430243" cy="4999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5BFDF-47DA-4BEF-A19F-9397568BAF2D}">
      <dsp:nvSpPr>
        <dsp:cNvPr id="0" name=""/>
        <dsp:cNvSpPr/>
      </dsp:nvSpPr>
      <dsp:spPr>
        <a:xfrm>
          <a:off x="0" y="7875"/>
          <a:ext cx="6458396" cy="514800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>
              <a:latin typeface="Arial"/>
            </a:rPr>
            <a:t>  Queda</a:t>
          </a:r>
          <a:endParaRPr lang="pt-BR" sz="2200" kern="1200"/>
        </a:p>
      </dsp:txBody>
      <dsp:txXfrm>
        <a:off x="25130" y="33005"/>
        <a:ext cx="6408136" cy="464540"/>
      </dsp:txXfrm>
    </dsp:sp>
    <dsp:sp modelId="{30D351DC-450E-4647-848D-22F71148000B}">
      <dsp:nvSpPr>
        <dsp:cNvPr id="0" name=""/>
        <dsp:cNvSpPr/>
      </dsp:nvSpPr>
      <dsp:spPr>
        <a:xfrm>
          <a:off x="0" y="522676"/>
          <a:ext cx="6458396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054" tIns="27940" rIns="156464" bIns="27940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>
              <a:latin typeface="Arial"/>
            </a:rPr>
            <a:t> </a:t>
          </a:r>
          <a:r>
            <a:rPr lang="pt-BR" sz="1700" kern="1200">
              <a:latin typeface="Calibri"/>
              <a:ea typeface="Calibri"/>
              <a:cs typeface="Calibri"/>
            </a:rPr>
            <a:t>O agente a cair rapidamente até ficar completamente deitado no chão.</a:t>
          </a:r>
          <a:endParaRPr lang="pt-BR" sz="1700" kern="1200"/>
        </a:p>
      </dsp:txBody>
      <dsp:txXfrm>
        <a:off x="0" y="522676"/>
        <a:ext cx="6458396" cy="535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o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Calibri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/>
            </a:lvl1pPr>
            <a:lvl2pPr lvl="1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2pPr>
            <a:lvl3pPr lvl="2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/>
            </a:lvl3pPr>
            <a:lvl4pPr lvl="3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4pPr>
            <a:lvl5pPr lvl="4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5pPr>
            <a:lvl6pPr lvl="5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6pPr>
            <a:lvl7pPr lvl="6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7pPr>
            <a:lvl8pPr lvl="7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8pPr>
            <a:lvl9pPr lvl="8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t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Calibri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3307"/>
              <a:buNone/>
              <a:defRPr sz="330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976"/>
              <a:buNone/>
              <a:defRPr sz="2976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039455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7654171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 b="1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 b="1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 b="1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041426" y="7810963"/>
            <a:ext cx="6396193" cy="114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7654172" y="5241960"/>
            <a:ext cx="6427693" cy="25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 b="1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 b="1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 b="1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7654172" y="7810963"/>
            <a:ext cx="6427693" cy="114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Calibri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4578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1"/>
              <a:buChar char="•"/>
              <a:defRPr sz="5291"/>
            </a:lvl1pPr>
            <a:lvl2pPr marL="914400" lvl="1" indent="-522605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4630"/>
              <a:buChar char="•"/>
              <a:defRPr sz="4630"/>
            </a:lvl2pPr>
            <a:lvl3pPr marL="1371600" lvl="2" indent="-480567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Char char="•"/>
              <a:defRPr sz="3968"/>
            </a:lvl3pPr>
            <a:lvl4pPr marL="1828800" lvl="3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4pPr>
            <a:lvl5pPr marL="2286000" lvl="4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5pPr>
            <a:lvl6pPr marL="2743200" lvl="5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6pPr>
            <a:lvl7pPr marL="3200400" lvl="6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7pPr>
            <a:lvl8pPr marL="3657600" lvl="7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8pPr>
            <a:lvl9pPr marL="4114800" lvl="8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Calibri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775818" y="5956038"/>
            <a:ext cx="13567714" cy="1304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3389024" y="8569242"/>
            <a:ext cx="18121634" cy="326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3225692" y="5403628"/>
            <a:ext cx="18121634" cy="959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75"/>
              <a:buFont typeface="Calibri"/>
              <a:buNone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22605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4630"/>
              <a:buFont typeface="Arial"/>
              <a:buChar char="•"/>
              <a:defRPr sz="46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80568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Font typeface="Arial"/>
              <a:buChar char="•"/>
              <a:defRPr sz="39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8594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Font typeface="Arial"/>
              <a:buChar char="•"/>
              <a:defRPr sz="33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17575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.xml"/><Relationship Id="rId18" Type="http://schemas.openxmlformats.org/officeDocument/2006/relationships/diagramLayout" Target="../diagrams/layout2.xml"/><Relationship Id="rId26" Type="http://schemas.microsoft.com/office/2007/relationships/diagramDrawing" Target="../diagrams/drawing3.xml"/><Relationship Id="rId39" Type="http://schemas.openxmlformats.org/officeDocument/2006/relationships/image" Target="../media/image11.png"/><Relationship Id="rId21" Type="http://schemas.microsoft.com/office/2007/relationships/diagramDrawing" Target="../diagrams/drawing2.xml"/><Relationship Id="rId34" Type="http://schemas.openxmlformats.org/officeDocument/2006/relationships/diagramQuickStyle" Target="../diagrams/quickStyle5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6" Type="http://schemas.microsoft.com/office/2007/relationships/diagramDrawing" Target="../diagrams/drawing1.xml"/><Relationship Id="rId20" Type="http://schemas.openxmlformats.org/officeDocument/2006/relationships/diagramColors" Target="../diagrams/colors2.xml"/><Relationship Id="rId29" Type="http://schemas.openxmlformats.org/officeDocument/2006/relationships/diagramQuickStyle" Target="../diagrams/quickStyle4.xml"/><Relationship Id="rId41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diagramQuickStyle" Target="../diagrams/quickStyle3.xml"/><Relationship Id="rId32" Type="http://schemas.openxmlformats.org/officeDocument/2006/relationships/diagramData" Target="../diagrams/data5.xml"/><Relationship Id="rId37" Type="http://schemas.openxmlformats.org/officeDocument/2006/relationships/image" Target="../media/image9.png"/><Relationship Id="rId40" Type="http://schemas.openxmlformats.org/officeDocument/2006/relationships/image" Target="../media/image12.png"/><Relationship Id="rId5" Type="http://schemas.openxmlformats.org/officeDocument/2006/relationships/image" Target="../media/image2.png"/><Relationship Id="rId15" Type="http://schemas.openxmlformats.org/officeDocument/2006/relationships/diagramColors" Target="../diagrams/colors1.xml"/><Relationship Id="rId23" Type="http://schemas.openxmlformats.org/officeDocument/2006/relationships/diagramLayout" Target="../diagrams/layout3.xml"/><Relationship Id="rId28" Type="http://schemas.openxmlformats.org/officeDocument/2006/relationships/diagramLayout" Target="../diagrams/layout4.xml"/><Relationship Id="rId36" Type="http://schemas.microsoft.com/office/2007/relationships/diagramDrawing" Target="../diagrams/drawing5.xml"/><Relationship Id="rId10" Type="http://schemas.openxmlformats.org/officeDocument/2006/relationships/image" Target="../media/image7.png"/><Relationship Id="rId19" Type="http://schemas.openxmlformats.org/officeDocument/2006/relationships/diagramQuickStyle" Target="../diagrams/quickStyle2.xml"/><Relationship Id="rId31" Type="http://schemas.microsoft.com/office/2007/relationships/diagramDrawing" Target="../diagrams/drawing4.xml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diagramQuickStyle" Target="../diagrams/quickStyle1.xml"/><Relationship Id="rId22" Type="http://schemas.openxmlformats.org/officeDocument/2006/relationships/diagramData" Target="../diagrams/data3.xml"/><Relationship Id="rId27" Type="http://schemas.openxmlformats.org/officeDocument/2006/relationships/diagramData" Target="../diagrams/data4.xml"/><Relationship Id="rId30" Type="http://schemas.openxmlformats.org/officeDocument/2006/relationships/diagramColors" Target="../diagrams/colors4.xml"/><Relationship Id="rId35" Type="http://schemas.openxmlformats.org/officeDocument/2006/relationships/diagramColors" Target="../diagrams/colors5.xml"/><Relationship Id="rId8" Type="http://schemas.openxmlformats.org/officeDocument/2006/relationships/image" Target="../media/image5.png"/><Relationship Id="rId3" Type="http://schemas.microsoft.com/office/2018/10/relationships/comments" Target="../comments/modernComment_100_0.xml"/><Relationship Id="rId12" Type="http://schemas.openxmlformats.org/officeDocument/2006/relationships/diagramData" Target="../diagrams/data1.xml"/><Relationship Id="rId17" Type="http://schemas.openxmlformats.org/officeDocument/2006/relationships/diagramData" Target="../diagrams/data2.xml"/><Relationship Id="rId25" Type="http://schemas.openxmlformats.org/officeDocument/2006/relationships/diagramColors" Target="../diagrams/colors3.xml"/><Relationship Id="rId33" Type="http://schemas.openxmlformats.org/officeDocument/2006/relationships/diagramLayout" Target="../diagrams/layout5.xml"/><Relationship Id="rId3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396342" y="888004"/>
            <a:ext cx="11329307" cy="189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r>
              <a:rPr lang="en-US" sz="4800" err="1">
                <a:solidFill>
                  <a:schemeClr val="dk1"/>
                </a:solidFill>
                <a:ea typeface="Roboto Medium"/>
                <a:sym typeface="Roboto Medium"/>
              </a:rPr>
              <a:t>Desenvolvimento</a:t>
            </a:r>
            <a:r>
              <a:rPr lang="en-US" sz="4800">
                <a:solidFill>
                  <a:schemeClr val="dk1"/>
                </a:solidFill>
                <a:ea typeface="Roboto Medium"/>
                <a:sym typeface="Roboto Medium"/>
              </a:rPr>
              <a:t> </a:t>
            </a:r>
            <a:r>
              <a:rPr lang="en-US" sz="4800" b="0" i="0" u="none" strike="noStrike" cap="none">
                <a:solidFill>
                  <a:schemeClr val="dk1"/>
                </a:solidFill>
                <a:ea typeface="Roboto Medium"/>
                <a:sym typeface="Roboto Medium"/>
              </a:rPr>
              <a:t>de </a:t>
            </a:r>
            <a:r>
              <a:rPr lang="en-US" sz="4800" err="1">
                <a:solidFill>
                  <a:schemeClr val="dk1"/>
                </a:solidFill>
                <a:ea typeface="Roboto Medium"/>
                <a:sym typeface="Roboto Medium"/>
              </a:rPr>
              <a:t>Equipa</a:t>
            </a:r>
            <a:r>
              <a:rPr lang="en-US" sz="4800">
                <a:solidFill>
                  <a:schemeClr val="dk1"/>
                </a:solidFill>
                <a:ea typeface="Roboto Medium"/>
                <a:sym typeface="Roboto Medium"/>
              </a:rPr>
              <a:t> </a:t>
            </a:r>
            <a:r>
              <a:rPr lang="en-US" sz="4800" b="0" i="0" u="none" strike="noStrike" cap="none">
                <a:solidFill>
                  <a:schemeClr val="dk1"/>
                </a:solidFill>
                <a:ea typeface="Roboto Medium"/>
                <a:sym typeface="Roboto Medium"/>
              </a:rPr>
              <a:t>de </a:t>
            </a:r>
            <a:r>
              <a:rPr lang="en-US" sz="4800" err="1">
                <a:solidFill>
                  <a:schemeClr val="dk1"/>
                </a:solidFill>
                <a:ea typeface="Roboto Medium"/>
                <a:sym typeface="Roboto Medium"/>
              </a:rPr>
              <a:t>Robôs</a:t>
            </a:r>
            <a:endParaRPr lang="pt-PT" err="1">
              <a:solidFill>
                <a:schemeClr val="dk1"/>
              </a:solidFill>
              <a:sym typeface="Roboto Medium"/>
            </a:endParaRPr>
          </a:p>
          <a:p>
            <a:r>
              <a:rPr lang="en-US" sz="4800" err="1">
                <a:solidFill>
                  <a:schemeClr val="dk1"/>
                </a:solidFill>
                <a:ea typeface="Roboto Medium"/>
                <a:sym typeface="Roboto Medium"/>
              </a:rPr>
              <a:t>Humanóides</a:t>
            </a:r>
            <a:r>
              <a:rPr lang="en-US" sz="4800">
                <a:solidFill>
                  <a:schemeClr val="dk1"/>
                </a:solidFill>
                <a:ea typeface="Roboto Medium"/>
                <a:sym typeface="Roboto Medium"/>
              </a:rPr>
              <a:t> </a:t>
            </a:r>
            <a:r>
              <a:rPr lang="en-US" sz="4800" err="1">
                <a:solidFill>
                  <a:schemeClr val="dk1"/>
                </a:solidFill>
                <a:ea typeface="Roboto Medium"/>
                <a:sym typeface="Roboto Medium"/>
              </a:rPr>
              <a:t>Simulados</a:t>
            </a:r>
            <a:endParaRPr err="1">
              <a:solidFill>
                <a:schemeClr val="dk1"/>
              </a:solidFill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" y="2682240"/>
            <a:ext cx="15119350" cy="2477589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9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700" y="1263877"/>
            <a:ext cx="2809599" cy="357189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3396342" y="2891065"/>
            <a:ext cx="9519920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r>
              <a:rPr lang="en-US" sz="2800">
                <a:solidFill>
                  <a:srgbClr val="548135"/>
                </a:solidFill>
                <a:ea typeface="Roboto Medium"/>
                <a:sym typeface="Roboto Medium"/>
              </a:rPr>
              <a:t>Daniel Oliveira</a:t>
            </a:r>
            <a:r>
              <a:rPr lang="en-US" sz="2800" b="0" i="0" u="none" strike="noStrike" cap="none">
                <a:solidFill>
                  <a:srgbClr val="548135"/>
                </a:solidFill>
                <a:ea typeface="Roboto Medium"/>
                <a:sym typeface="Roboto Medium"/>
              </a:rPr>
              <a:t>, </a:t>
            </a:r>
            <a:r>
              <a:rPr lang="en-US" sz="2800">
                <a:solidFill>
                  <a:srgbClr val="548135"/>
                </a:solidFill>
                <a:ea typeface="Roboto Medium"/>
                <a:sym typeface="Roboto Medium"/>
              </a:rPr>
              <a:t>Lázaro Sá</a:t>
            </a:r>
            <a:r>
              <a:rPr lang="en-US" sz="2800" b="0" i="0" u="none" strike="noStrike" cap="none">
                <a:solidFill>
                  <a:srgbClr val="548135"/>
                </a:solidFill>
                <a:ea typeface="Roboto Medium"/>
                <a:sym typeface="Roboto Medium"/>
              </a:rPr>
              <a:t>, </a:t>
            </a:r>
            <a:r>
              <a:rPr lang="en-US" sz="2800">
                <a:solidFill>
                  <a:srgbClr val="548135"/>
                </a:solidFill>
                <a:ea typeface="Roboto Medium"/>
                <a:sym typeface="Roboto Medium"/>
              </a:rPr>
              <a:t>Ricardo Carmo</a:t>
            </a:r>
            <a:r>
              <a:rPr lang="en-US" sz="2800" b="0" i="0" u="none" strike="noStrike" cap="none">
                <a:solidFill>
                  <a:srgbClr val="548135"/>
                </a:solidFill>
                <a:ea typeface="Roboto Medium"/>
                <a:sym typeface="Roboto Medium"/>
              </a:rPr>
              <a:t>, </a:t>
            </a:r>
            <a:r>
              <a:rPr lang="en-US" sz="2800">
                <a:solidFill>
                  <a:srgbClr val="548135"/>
                </a:solidFill>
                <a:ea typeface="Roboto Medium"/>
                <a:sym typeface="Roboto Medium"/>
              </a:rPr>
              <a:t>Tiago Brito</a:t>
            </a:r>
            <a:r>
              <a:rPr lang="en-US" sz="2800" b="0" i="0" u="none" strike="noStrike" cap="none">
                <a:solidFill>
                  <a:srgbClr val="548135"/>
                </a:solidFill>
                <a:ea typeface="Roboto Medium"/>
                <a:sym typeface="Roboto Medium"/>
              </a:rPr>
              <a:t>, </a:t>
            </a:r>
            <a:r>
              <a:rPr lang="en-US" sz="2800">
                <a:solidFill>
                  <a:srgbClr val="548135"/>
                </a:solidFill>
                <a:ea typeface="Roboto Medium"/>
                <a:sym typeface="Roboto Medium"/>
              </a:rPr>
              <a:t>Miguel Mota</a:t>
            </a:r>
            <a:r>
              <a:rPr lang="en-US" sz="2800" b="0" i="0" u="none" strike="noStrike" cap="none">
                <a:solidFill>
                  <a:srgbClr val="548135"/>
                </a:solidFill>
                <a:ea typeface="Roboto Medium"/>
                <a:sym typeface="Roboto Medium"/>
              </a:rPr>
              <a:t>, </a:t>
            </a:r>
            <a:r>
              <a:rPr lang="en-US" sz="2800">
                <a:solidFill>
                  <a:srgbClr val="548135"/>
                </a:solidFill>
                <a:ea typeface="Roboto Medium"/>
                <a:sym typeface="Roboto Medium"/>
              </a:rPr>
              <a:t>Pedro Cunha</a:t>
            </a:r>
            <a:endParaRPr lang="pt-PT"/>
          </a:p>
          <a:p>
            <a:pPr>
              <a:lnSpc>
                <a:spcPct val="120000"/>
              </a:lnSpc>
            </a:pPr>
            <a:r>
              <a:rPr lang="pt-PT" sz="2800" b="0" i="0" u="none" strike="noStrike" cap="none">
                <a:solidFill>
                  <a:schemeClr val="dk1"/>
                </a:solidFill>
                <a:ea typeface="Roboto Medium"/>
                <a:sym typeface="Roboto Medium"/>
              </a:rPr>
              <a:t>Orientador</a:t>
            </a:r>
            <a:r>
              <a:rPr lang="en-US" sz="2800" b="0" i="0" u="none" strike="noStrike" cap="none">
                <a:solidFill>
                  <a:schemeClr val="dk1"/>
                </a:solidFill>
                <a:ea typeface="Roboto Medium"/>
                <a:sym typeface="Roboto Medium"/>
              </a:rPr>
              <a:t>: Prof. </a:t>
            </a:r>
            <a:r>
              <a:rPr lang="en-US" sz="2800">
                <a:solidFill>
                  <a:schemeClr val="dk1"/>
                </a:solidFill>
                <a:ea typeface="Roboto Medium"/>
                <a:sym typeface="Roboto Medium"/>
              </a:rPr>
              <a:t>Nunu Lau, Prof. Luís Paulo Reis </a:t>
            </a:r>
            <a:r>
              <a:rPr lang="en-US" sz="2800" b="0" i="0" u="none" strike="noStrike" cap="none">
                <a:solidFill>
                  <a:schemeClr val="dk1"/>
                </a:solidFill>
                <a:ea typeface="Roboto Medium"/>
                <a:sym typeface="Roboto Medium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396342" y="3987636"/>
            <a:ext cx="8654797" cy="115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b="0" i="0" u="none" strike="noStrike" cap="none" err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Projeto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-US" sz="2800" b="0" i="0" u="none" strike="noStrike" cap="none" err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em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-US" sz="2800" b="0" i="0" u="none" strike="noStrike" cap="none" err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Engenharia</a:t>
            </a:r>
            <a:r>
              <a:rPr lang="en-U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 de </a:t>
            </a:r>
            <a:r>
              <a:rPr lang="en-US" sz="2800" err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Computadores</a:t>
            </a:r>
            <a:r>
              <a:rPr lang="en-U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e </a:t>
            </a:r>
            <a:r>
              <a:rPr lang="en-US" sz="2800" err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Informática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3º </a:t>
            </a:r>
            <a:r>
              <a:rPr lang="en-US" sz="2800" b="0" i="0" u="none" strike="noStrike" cap="none" err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ano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-U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LECI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2061700" y="4452053"/>
            <a:ext cx="26639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2026</a:t>
            </a:r>
            <a:endParaRPr sz="4200" b="0" i="0" u="none" strike="noStrike" cap="none">
              <a:solidFill>
                <a:schemeClr val="accent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06641" y="5861348"/>
            <a:ext cx="6380989" cy="305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err="1">
                <a:solidFill>
                  <a:srgbClr val="54813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Introdução</a:t>
            </a:r>
            <a:endParaRPr lang="pt-BR" sz="2000" b="0" i="0" u="none" strike="noStrike" cap="none">
              <a:solidFill>
                <a:srgbClr val="548135"/>
              </a:solidFill>
              <a:latin typeface="Roboto Medium"/>
              <a:ea typeface="Roboto Medium"/>
              <a:cs typeface="Roboto Medium"/>
            </a:endParaRPr>
          </a:p>
          <a:p>
            <a:pPr algn="just"/>
            <a:r>
              <a:rPr lang="en-US" sz="1800">
                <a:solidFill>
                  <a:schemeClr val="dk1"/>
                </a:solidFill>
                <a:ea typeface="Roboto Light"/>
              </a:rPr>
              <a:t>Usamos </a:t>
            </a:r>
            <a:r>
              <a:rPr lang="en-US" sz="1800" i="1">
                <a:solidFill>
                  <a:schemeClr val="dk1"/>
                </a:solidFill>
                <a:ea typeface="Roboto Light"/>
              </a:rPr>
              <a:t>Reinforcement Learning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para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treinar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o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robô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a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aprender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por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tentativa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e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erro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,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recebendo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recompensas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consoante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o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seu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desempenho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. O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treino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foi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feito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com </a:t>
            </a:r>
            <a:r>
              <a:rPr lang="en-US" sz="1800" b="1">
                <a:solidFill>
                  <a:schemeClr val="dk1"/>
                </a:solidFill>
                <a:ea typeface="Roboto Light"/>
              </a:rPr>
              <a:t>PPO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, um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algoritmo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estável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de deep reinforcement learning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que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otimiza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gradualmente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a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política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do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agente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,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sendo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adequado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para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controlar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robôs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humanóides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no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simulador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 </a:t>
            </a:r>
            <a:r>
              <a:rPr lang="en-US" sz="1800" err="1">
                <a:solidFill>
                  <a:schemeClr val="dk1"/>
                </a:solidFill>
                <a:ea typeface="Roboto Light"/>
              </a:rPr>
              <a:t>MuJoCo</a:t>
            </a:r>
            <a:r>
              <a:rPr lang="en-US" sz="1800">
                <a:solidFill>
                  <a:schemeClr val="dk1"/>
                </a:solidFill>
                <a:ea typeface="Roboto Light"/>
              </a:rPr>
              <a:t>.</a:t>
            </a:r>
            <a:endParaRPr lang="en-US" sz="1800">
              <a:solidFill>
                <a:schemeClr val="dk1"/>
              </a:solidFill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0342" y="20280656"/>
            <a:ext cx="2479708" cy="74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8" y="20499505"/>
            <a:ext cx="2479708" cy="506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3C2DAF-5FAB-27F5-459A-C17394C82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364" y="20380885"/>
            <a:ext cx="1913541" cy="724437"/>
          </a:xfrm>
          <a:prstGeom prst="rect">
            <a:avLst/>
          </a:prstGeom>
        </p:spPr>
      </p:pic>
      <p:pic>
        <p:nvPicPr>
          <p:cNvPr id="6" name="Imagem 5" descr="Uma imagem com Gráficos, logótip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DB6DF724-3846-2177-3D0F-B80F0920CF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9696" y="20223253"/>
            <a:ext cx="2486257" cy="975108"/>
          </a:xfrm>
          <a:prstGeom prst="rect">
            <a:avLst/>
          </a:prstGeom>
        </p:spPr>
      </p:pic>
      <p:pic>
        <p:nvPicPr>
          <p:cNvPr id="27" name="Imagem 26" descr="FEUP - Cluster Habitat Sustentável">
            <a:extLst>
              <a:ext uri="{FF2B5EF4-FFF2-40B4-BE49-F238E27FC236}">
                <a16:creationId xmlns:a16="http://schemas.microsoft.com/office/drawing/2014/main" id="{BAC2F9A5-F756-A066-61A0-A08ED09F95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22"/>
          <a:stretch>
            <a:fillRect/>
          </a:stretch>
        </p:blipFill>
        <p:spPr>
          <a:xfrm>
            <a:off x="9215525" y="20224103"/>
            <a:ext cx="2964911" cy="951857"/>
          </a:xfrm>
          <a:prstGeom prst="rect">
            <a:avLst/>
          </a:prstGeom>
        </p:spPr>
      </p:pic>
      <p:pic>
        <p:nvPicPr>
          <p:cNvPr id="28" name="Imagem 27" descr="Ficheiro:UAc Logotipo.png – Wikipédia, a enciclopédia livre">
            <a:extLst>
              <a:ext uri="{FF2B5EF4-FFF2-40B4-BE49-F238E27FC236}">
                <a16:creationId xmlns:a16="http://schemas.microsoft.com/office/drawing/2014/main" id="{E8BF096A-4E36-3FB3-CA3D-5C4FEF949AE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85" b="1493"/>
          <a:stretch>
            <a:fillRect/>
          </a:stretch>
        </p:blipFill>
        <p:spPr>
          <a:xfrm>
            <a:off x="12294496" y="20157196"/>
            <a:ext cx="2424927" cy="951336"/>
          </a:xfrm>
          <a:prstGeom prst="rect">
            <a:avLst/>
          </a:prstGeom>
        </p:spPr>
      </p:pic>
      <p:sp>
        <p:nvSpPr>
          <p:cNvPr id="1802" name="CaixaDeTexto 1801">
            <a:extLst>
              <a:ext uri="{FF2B5EF4-FFF2-40B4-BE49-F238E27FC236}">
                <a16:creationId xmlns:a16="http://schemas.microsoft.com/office/drawing/2014/main" id="{D3F25C78-0093-880D-2355-CBCE38362E0B}"/>
              </a:ext>
            </a:extLst>
          </p:cNvPr>
          <p:cNvSpPr txBox="1"/>
          <p:nvPr/>
        </p:nvSpPr>
        <p:spPr>
          <a:xfrm>
            <a:off x="7521162" y="5726983"/>
            <a:ext cx="68526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>
                <a:solidFill>
                  <a:schemeClr val="accent6">
                    <a:lumMod val="76000"/>
                  </a:schemeClr>
                </a:solidFill>
              </a:rPr>
              <a:t>Comportamentos treinados</a:t>
            </a:r>
          </a:p>
        </p:txBody>
      </p:sp>
      <p:pic>
        <p:nvPicPr>
          <p:cNvPr id="67" name="Imagem 66" descr="Diagrama&#10;&#10;O conteúdo gerado por IA pode estar incorreto.">
            <a:extLst>
              <a:ext uri="{FF2B5EF4-FFF2-40B4-BE49-F238E27FC236}">
                <a16:creationId xmlns:a16="http://schemas.microsoft.com/office/drawing/2014/main" id="{CB1406E2-AB9C-DB69-E3C6-CB28352324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678" y="8386141"/>
            <a:ext cx="6472815" cy="5334000"/>
          </a:xfrm>
          <a:prstGeom prst="rect">
            <a:avLst/>
          </a:prstGeom>
        </p:spPr>
      </p:pic>
      <p:graphicFrame>
        <p:nvGraphicFramePr>
          <p:cNvPr id="68" name="Diagrama 67">
            <a:extLst>
              <a:ext uri="{FF2B5EF4-FFF2-40B4-BE49-F238E27FC236}">
                <a16:creationId xmlns:a16="http://schemas.microsoft.com/office/drawing/2014/main" id="{76F8C964-40C1-E31A-F0D2-5F2C850F80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198358"/>
              </p:ext>
            </p:extLst>
          </p:nvPr>
        </p:nvGraphicFramePr>
        <p:xfrm>
          <a:off x="7553007" y="6216228"/>
          <a:ext cx="6486554" cy="1178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016" name="Diagrama 2015">
            <a:extLst>
              <a:ext uri="{FF2B5EF4-FFF2-40B4-BE49-F238E27FC236}">
                <a16:creationId xmlns:a16="http://schemas.microsoft.com/office/drawing/2014/main" id="{457EE36B-2F90-7DEA-AEDA-350E10C11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1994113"/>
              </p:ext>
            </p:extLst>
          </p:nvPr>
        </p:nvGraphicFramePr>
        <p:xfrm>
          <a:off x="7501438" y="9369919"/>
          <a:ext cx="6486554" cy="1206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199" name="Diagrama 2198">
            <a:extLst>
              <a:ext uri="{FF2B5EF4-FFF2-40B4-BE49-F238E27FC236}">
                <a16:creationId xmlns:a16="http://schemas.microsoft.com/office/drawing/2014/main" id="{87C08155-2FD1-8185-924E-6BD81A4167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886905"/>
              </p:ext>
            </p:extLst>
          </p:nvPr>
        </p:nvGraphicFramePr>
        <p:xfrm>
          <a:off x="7445243" y="12721051"/>
          <a:ext cx="6486554" cy="106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243" name="Diagrama 2242">
            <a:extLst>
              <a:ext uri="{FF2B5EF4-FFF2-40B4-BE49-F238E27FC236}">
                <a16:creationId xmlns:a16="http://schemas.microsoft.com/office/drawing/2014/main" id="{0EEB50A2-6DCE-AB28-73E7-71AE48ED75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4359258"/>
              </p:ext>
            </p:extLst>
          </p:nvPr>
        </p:nvGraphicFramePr>
        <p:xfrm>
          <a:off x="7501632" y="15790587"/>
          <a:ext cx="6430243" cy="103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2266" name="Diagrama 2265">
            <a:extLst>
              <a:ext uri="{FF2B5EF4-FFF2-40B4-BE49-F238E27FC236}">
                <a16:creationId xmlns:a16="http://schemas.microsoft.com/office/drawing/2014/main" id="{D3E211BB-AAB9-1EC1-C131-73966D17C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811865"/>
              </p:ext>
            </p:extLst>
          </p:nvPr>
        </p:nvGraphicFramePr>
        <p:xfrm>
          <a:off x="7501697" y="19029050"/>
          <a:ext cx="6458397" cy="1065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pic>
        <p:nvPicPr>
          <p:cNvPr id="2296" name="Imagem 229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3D3012A3-94DF-17C8-1CB4-FAA8034AF485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48098" y="10698645"/>
            <a:ext cx="6335977" cy="2032668"/>
          </a:xfrm>
          <a:prstGeom prst="rect">
            <a:avLst/>
          </a:prstGeom>
        </p:spPr>
      </p:pic>
      <p:pic>
        <p:nvPicPr>
          <p:cNvPr id="2395" name="Imagem 239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F61C6228-4E20-C852-E1F4-BA4F1D6A7F79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30102" y="7375661"/>
            <a:ext cx="6335977" cy="2032668"/>
          </a:xfrm>
          <a:prstGeom prst="rect">
            <a:avLst/>
          </a:prstGeom>
        </p:spPr>
      </p:pic>
      <p:pic>
        <p:nvPicPr>
          <p:cNvPr id="2429" name="Imagem 2428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E634EA09-7286-6615-04AB-1CEB60924184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4748" y="13944411"/>
            <a:ext cx="6547224" cy="3371513"/>
          </a:xfrm>
          <a:prstGeom prst="rect">
            <a:avLst/>
          </a:prstGeom>
        </p:spPr>
      </p:pic>
      <p:sp>
        <p:nvSpPr>
          <p:cNvPr id="2430" name="CaixaDeTexto 2429">
            <a:extLst>
              <a:ext uri="{FF2B5EF4-FFF2-40B4-BE49-F238E27FC236}">
                <a16:creationId xmlns:a16="http://schemas.microsoft.com/office/drawing/2014/main" id="{9E596DD6-C72B-2081-59A3-F434C1B3D5FC}"/>
              </a:ext>
            </a:extLst>
          </p:cNvPr>
          <p:cNvSpPr txBox="1"/>
          <p:nvPr/>
        </p:nvSpPr>
        <p:spPr>
          <a:xfrm>
            <a:off x="1577314" y="17334090"/>
            <a:ext cx="44888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800"/>
              <a:t>Figura 1 – Equipa Simulada em MuJoCo</a:t>
            </a:r>
          </a:p>
        </p:txBody>
      </p:sp>
      <p:pic>
        <p:nvPicPr>
          <p:cNvPr id="2275" name="Picture 2274" descr="A graph with blue line&#10;&#10;AI-generated content may be incorrect.">
            <a:extLst>
              <a:ext uri="{FF2B5EF4-FFF2-40B4-BE49-F238E27FC236}">
                <a16:creationId xmlns:a16="http://schemas.microsoft.com/office/drawing/2014/main" id="{B1E01A84-2E5E-8CEB-5A68-9E0A4D8B844F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82469" y="13740334"/>
            <a:ext cx="6349789" cy="1819997"/>
          </a:xfrm>
          <a:prstGeom prst="rect">
            <a:avLst/>
          </a:prstGeom>
        </p:spPr>
      </p:pic>
      <p:pic>
        <p:nvPicPr>
          <p:cNvPr id="51" name="Imagem 50" descr="Uma imagem com texto, file, escrita à mão, diagrama&#10;&#10;Os conteúdos gerados por IA poderão estar incorretos.">
            <a:extLst>
              <a:ext uri="{FF2B5EF4-FFF2-40B4-BE49-F238E27FC236}">
                <a16:creationId xmlns:a16="http://schemas.microsoft.com/office/drawing/2014/main" id="{88505660-78C9-E7A0-9161-2C8A68A27D7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554404" y="7436734"/>
            <a:ext cx="6338811" cy="1961722"/>
          </a:xfrm>
          <a:prstGeom prst="rect">
            <a:avLst/>
          </a:prstGeom>
        </p:spPr>
      </p:pic>
      <p:pic>
        <p:nvPicPr>
          <p:cNvPr id="52" name="Picture 51" descr="A graph showing a value&#10;&#10;AI-generated content may be incorrect.">
            <a:extLst>
              <a:ext uri="{FF2B5EF4-FFF2-40B4-BE49-F238E27FC236}">
                <a16:creationId xmlns:a16="http://schemas.microsoft.com/office/drawing/2014/main" id="{8495252C-4BE4-5FE3-261D-E7D46DF63CB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663486" y="16974360"/>
            <a:ext cx="6084538" cy="2048962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André Butuc</dc:creator>
  <cp:revision>6</cp:revision>
  <dcterms:created xsi:type="dcterms:W3CDTF">2022-06-08T14:51:54Z</dcterms:created>
  <dcterms:modified xsi:type="dcterms:W3CDTF">2026-05-29T13:31:58Z</dcterms:modified>
</cp:coreProperties>
</file>