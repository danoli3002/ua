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8" r:id="rId5"/>
    <p:sldId id="259" r:id="rId6"/>
    <p:sldId id="261" r:id="rId7"/>
    <p:sldId id="260" r:id="rId8"/>
    <p:sldId id="268" r:id="rId9"/>
    <p:sldId id="275" r:id="rId10"/>
    <p:sldId id="269" r:id="rId11"/>
    <p:sldId id="274" r:id="rId12"/>
    <p:sldId id="276"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showGuides="1">
      <p:cViewPr varScale="1">
        <p:scale>
          <a:sx n="63" d="100"/>
          <a:sy n="63" d="100"/>
        </p:scale>
        <p:origin x="780"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118C52-91A8-4B50-A3A3-38DD9B270617}"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1B7290-DF6A-47A3-834D-6240C2CA1190}" type="slidenum">
              <a:rPr lang="en-US" smtClean="0"/>
              <a:t>‹#›</a:t>
            </a:fld>
            <a:endParaRPr lang="en-US"/>
          </a:p>
        </p:txBody>
      </p:sp>
    </p:spTree>
    <p:extLst>
      <p:ext uri="{BB962C8B-B14F-4D97-AF65-F5344CB8AC3E}">
        <p14:creationId xmlns:p14="http://schemas.microsoft.com/office/powerpoint/2010/main" val="901424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0C82B-907B-B58D-6659-1DBCA71C66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D97C35-EE12-4C27-E8AA-1936607C20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4610EA9-2F5E-6F3D-FE49-8E189F2E3388}"/>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5" name="Footer Placeholder 4">
            <a:extLst>
              <a:ext uri="{FF2B5EF4-FFF2-40B4-BE49-F238E27FC236}">
                <a16:creationId xmlns:a16="http://schemas.microsoft.com/office/drawing/2014/main" id="{7CE63701-4F27-4BD9-51F7-A9A5BFFB48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7E227A-21B8-8CF2-1B12-33409E93C637}"/>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3773613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2C27-127C-0C8F-0D42-13B8C86258E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6D15B61-5525-39B6-D417-6EB0C0EB11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5E5DD0-E9AB-EAD7-81AE-60ED813468EF}"/>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5" name="Footer Placeholder 4">
            <a:extLst>
              <a:ext uri="{FF2B5EF4-FFF2-40B4-BE49-F238E27FC236}">
                <a16:creationId xmlns:a16="http://schemas.microsoft.com/office/drawing/2014/main" id="{E15E91D4-9A70-2006-F1A2-B72F7C9011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25FEFA-76AD-24B6-95B7-A6BE67831BDB}"/>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3517839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DB6D5-2298-0017-921A-A2D4F83CC0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6E7D33F-3E31-E1E0-544D-313E5C73B5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57D860-6A23-DFCE-EF30-484B2F52B8B4}"/>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5" name="Footer Placeholder 4">
            <a:extLst>
              <a:ext uri="{FF2B5EF4-FFF2-40B4-BE49-F238E27FC236}">
                <a16:creationId xmlns:a16="http://schemas.microsoft.com/office/drawing/2014/main" id="{FF1BB8C5-7F7B-6A9F-2A2F-7DA46DE438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CD7DDA-D510-B3A1-B3D7-3BA7E57CBAE2}"/>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4097610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46B8-E249-A96C-1507-1279A284CFB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D4EDE7F-C609-4379-B854-AD3C67485C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9475D9E-C2FD-DE1B-E54F-B676BBDA42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2CA3A85-8F56-6045-7F75-D214E826782D}"/>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6" name="Footer Placeholder 5">
            <a:extLst>
              <a:ext uri="{FF2B5EF4-FFF2-40B4-BE49-F238E27FC236}">
                <a16:creationId xmlns:a16="http://schemas.microsoft.com/office/drawing/2014/main" id="{FAE3E891-692E-ADDC-9553-7C8866A9E4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329B87B-A03F-4054-DADF-582AF13D0B0D}"/>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3879347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0922-D1F3-FEFD-EAAC-F143839DA92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617118E-E156-D625-BEE2-0A86601D89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9E2A95-F4CF-647F-31B0-ED68A5E884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609CD19-1608-4654-147D-9403E43DD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581D79-0897-0E1D-9D84-5301B1B85B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E2D59C7-C9DC-A555-BE14-D5ECB5D6ED0B}"/>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8" name="Footer Placeholder 7">
            <a:extLst>
              <a:ext uri="{FF2B5EF4-FFF2-40B4-BE49-F238E27FC236}">
                <a16:creationId xmlns:a16="http://schemas.microsoft.com/office/drawing/2014/main" id="{B4880D71-4F15-4723-355A-C7ED17426C3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505E00C-6902-BDE9-EE1A-EDBA28B69C83}"/>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3077306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22A38-CCCC-7F42-022A-6D8D61B951E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BACBE11-100B-045A-F431-1DC65BFFDCEB}"/>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4" name="Footer Placeholder 3">
            <a:extLst>
              <a:ext uri="{FF2B5EF4-FFF2-40B4-BE49-F238E27FC236}">
                <a16:creationId xmlns:a16="http://schemas.microsoft.com/office/drawing/2014/main" id="{E495B997-704B-EFA8-2FEA-F501C24D32D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4B65E8E-EAA6-CD58-8A9C-9C7E0EBD57B9}"/>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4161372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4F61AC-3EC0-0E08-196A-202BAE90D21F}"/>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3" name="Footer Placeholder 2">
            <a:extLst>
              <a:ext uri="{FF2B5EF4-FFF2-40B4-BE49-F238E27FC236}">
                <a16:creationId xmlns:a16="http://schemas.microsoft.com/office/drawing/2014/main" id="{197DC16A-1031-7FD2-255D-77438FF5786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12F2662-28A2-F64E-1F1F-B35212D7CABC}"/>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348073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63AE1-B32A-8EB2-05D1-CF99A3A678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F08ED51-38AD-DACF-885F-6DCC5DF8BD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C4C3788-0166-17BC-44D4-6DC3263694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F3A155-5F46-192D-0A80-83B1E24B6B50}"/>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6" name="Footer Placeholder 5">
            <a:extLst>
              <a:ext uri="{FF2B5EF4-FFF2-40B4-BE49-F238E27FC236}">
                <a16:creationId xmlns:a16="http://schemas.microsoft.com/office/drawing/2014/main" id="{8E8CF21E-580F-6DE5-14D6-273A095D5F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E9DB57-B056-3A27-E803-ABB2BB212BA5}"/>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279555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46064-8F81-D845-4955-24D8B42D7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006DEC9-FFDA-6827-D28C-96EA25FD24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86430A3-A702-4109-DAD4-1021A30493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0C43F9-3BB6-BE24-7D56-F1DB170CE1D2}"/>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6" name="Footer Placeholder 5">
            <a:extLst>
              <a:ext uri="{FF2B5EF4-FFF2-40B4-BE49-F238E27FC236}">
                <a16:creationId xmlns:a16="http://schemas.microsoft.com/office/drawing/2014/main" id="{4B0DEE7A-7C47-653B-FC9F-03007F8679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F4AE8F-DA39-52AD-C25E-4CEFE9EB1DD9}"/>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1389405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005BE-834E-E777-4396-1DC6E56B68E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CA2A04-7DD6-29E2-C02E-8D893EBB41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61C149-AFF7-682E-F994-CFB2F7BFF36B}"/>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5" name="Footer Placeholder 4">
            <a:extLst>
              <a:ext uri="{FF2B5EF4-FFF2-40B4-BE49-F238E27FC236}">
                <a16:creationId xmlns:a16="http://schemas.microsoft.com/office/drawing/2014/main" id="{378C2CB7-6B60-8A0D-FFB9-4B10600738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FC9A25-1187-EE31-F055-56B72D681911}"/>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3675643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0FEBFC-4E8F-89BC-FC31-3DD9C2F3D4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588406-2A5C-8AFD-B908-E1C2A7860B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EAE090-0AB3-DCFB-0826-A98EFB1EF525}"/>
              </a:ext>
            </a:extLst>
          </p:cNvPr>
          <p:cNvSpPr>
            <a:spLocks noGrp="1"/>
          </p:cNvSpPr>
          <p:nvPr>
            <p:ph type="dt" sz="half" idx="10"/>
          </p:nvPr>
        </p:nvSpPr>
        <p:spPr/>
        <p:txBody>
          <a:bodyPr/>
          <a:lstStyle/>
          <a:p>
            <a:fld id="{493910D4-D1A0-4A98-B13A-9ED5C6F0BED6}" type="datetimeFigureOut">
              <a:rPr lang="en-GB" smtClean="0"/>
              <a:t>12/02/2026</a:t>
            </a:fld>
            <a:endParaRPr lang="en-GB"/>
          </a:p>
        </p:txBody>
      </p:sp>
      <p:sp>
        <p:nvSpPr>
          <p:cNvPr id="5" name="Footer Placeholder 4">
            <a:extLst>
              <a:ext uri="{FF2B5EF4-FFF2-40B4-BE49-F238E27FC236}">
                <a16:creationId xmlns:a16="http://schemas.microsoft.com/office/drawing/2014/main" id="{C7D5287E-0456-7EB4-C9CA-D4FFDF2E2C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1802389-2787-F02B-5873-60471AE308A4}"/>
              </a:ext>
            </a:extLst>
          </p:cNvPr>
          <p:cNvSpPr>
            <a:spLocks noGrp="1"/>
          </p:cNvSpPr>
          <p:nvPr>
            <p:ph type="sldNum" sz="quarter" idx="12"/>
          </p:nvPr>
        </p:nvSpPr>
        <p:spPr/>
        <p:txBody>
          <a:bodyPr/>
          <a:lstStyle/>
          <a:p>
            <a:fld id="{D912F31B-CF37-43BE-994D-91DF922BAA5B}" type="slidenum">
              <a:rPr lang="en-GB" smtClean="0"/>
              <a:t>‹#›</a:t>
            </a:fld>
            <a:endParaRPr lang="en-GB"/>
          </a:p>
        </p:txBody>
      </p:sp>
    </p:spTree>
    <p:extLst>
      <p:ext uri="{BB962C8B-B14F-4D97-AF65-F5344CB8AC3E}">
        <p14:creationId xmlns:p14="http://schemas.microsoft.com/office/powerpoint/2010/main" val="1368461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AA044-99DB-B43A-E2C2-22A4F32BC2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04F8237-B9C8-FA5F-CF40-F7F54C52CB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DF6F26-398A-2491-AA40-4B85EE28C0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3910D4-D1A0-4A98-B13A-9ED5C6F0BED6}" type="datetimeFigureOut">
              <a:rPr lang="en-GB" smtClean="0"/>
              <a:t>12/02/2026</a:t>
            </a:fld>
            <a:endParaRPr lang="en-GB"/>
          </a:p>
        </p:txBody>
      </p:sp>
      <p:sp>
        <p:nvSpPr>
          <p:cNvPr id="5" name="Footer Placeholder 4">
            <a:extLst>
              <a:ext uri="{FF2B5EF4-FFF2-40B4-BE49-F238E27FC236}">
                <a16:creationId xmlns:a16="http://schemas.microsoft.com/office/drawing/2014/main" id="{2FB7DD40-A8FF-8293-2E16-40E0E91F0D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3221B16-7D80-9840-3906-B96E21C9BE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12F31B-CF37-43BE-994D-91DF922BAA5B}" type="slidenum">
              <a:rPr lang="en-GB" smtClean="0"/>
              <a:t>‹#›</a:t>
            </a:fld>
            <a:endParaRPr lang="en-GB"/>
          </a:p>
        </p:txBody>
      </p:sp>
    </p:spTree>
    <p:extLst>
      <p:ext uri="{BB962C8B-B14F-4D97-AF65-F5344CB8AC3E}">
        <p14:creationId xmlns:p14="http://schemas.microsoft.com/office/powerpoint/2010/main" val="3671743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DAFADE-240C-2AAC-5F0C-1FFE3E01D946}"/>
              </a:ext>
            </a:extLst>
          </p:cNvPr>
          <p:cNvSpPr>
            <a:spLocks noGrp="1"/>
          </p:cNvSpPr>
          <p:nvPr>
            <p:ph type="title"/>
          </p:nvPr>
        </p:nvSpPr>
        <p:spPr/>
        <p:txBody>
          <a:bodyPr/>
          <a:lstStyle/>
          <a:p>
            <a:r>
              <a:rPr lang="en-US" dirty="0"/>
              <a:t>Suggested Presentation Structure</a:t>
            </a:r>
          </a:p>
        </p:txBody>
      </p:sp>
      <p:sp>
        <p:nvSpPr>
          <p:cNvPr id="5" name="Text Placeholder 4">
            <a:extLst>
              <a:ext uri="{FF2B5EF4-FFF2-40B4-BE49-F238E27FC236}">
                <a16:creationId xmlns:a16="http://schemas.microsoft.com/office/drawing/2014/main" id="{DD4D28B5-B0B6-43EB-B252-3CC3837B1FB8}"/>
              </a:ext>
            </a:extLst>
          </p:cNvPr>
          <p:cNvSpPr>
            <a:spLocks noGrp="1"/>
          </p:cNvSpPr>
          <p:nvPr>
            <p:ph type="body" idx="1"/>
          </p:nvPr>
        </p:nvSpPr>
        <p:spPr/>
        <p:txBody>
          <a:bodyPr>
            <a:normAutofit fontScale="92500" lnSpcReduction="20000"/>
          </a:bodyPr>
          <a:lstStyle/>
          <a:p>
            <a:r>
              <a:rPr lang="en-US" dirty="0"/>
              <a:t>The following slides provide a suggested structure for presenting this assignment including the minimally required topics to cover and their organization. Feel free to choose your own slide design and add any other information you deem relevant;</a:t>
            </a:r>
          </a:p>
          <a:p>
            <a:r>
              <a:rPr lang="en-US" dirty="0"/>
              <a:t>Avoid much text (only topics, not complete sentences), and remember to include figures, diagrams, videos illustrating the work.</a:t>
            </a:r>
          </a:p>
          <a:p>
            <a:endParaRPr lang="en-US" dirty="0"/>
          </a:p>
        </p:txBody>
      </p:sp>
    </p:spTree>
    <p:extLst>
      <p:ext uri="{BB962C8B-B14F-4D97-AF65-F5344CB8AC3E}">
        <p14:creationId xmlns:p14="http://schemas.microsoft.com/office/powerpoint/2010/main" val="3648786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F61A-03DC-AB1A-D3E1-C57477FF2A9A}"/>
              </a:ext>
            </a:extLst>
          </p:cNvPr>
          <p:cNvSpPr>
            <a:spLocks noGrp="1"/>
          </p:cNvSpPr>
          <p:nvPr>
            <p:ph type="title"/>
          </p:nvPr>
        </p:nvSpPr>
        <p:spPr/>
        <p:txBody>
          <a:bodyPr/>
          <a:lstStyle/>
          <a:p>
            <a:r>
              <a:rPr lang="en-US" dirty="0"/>
              <a:t>Cover Slide</a:t>
            </a:r>
          </a:p>
        </p:txBody>
      </p:sp>
      <p:sp>
        <p:nvSpPr>
          <p:cNvPr id="3" name="Content Placeholder 2">
            <a:extLst>
              <a:ext uri="{FF2B5EF4-FFF2-40B4-BE49-F238E27FC236}">
                <a16:creationId xmlns:a16="http://schemas.microsoft.com/office/drawing/2014/main" id="{3C300C03-BF5D-CCD3-707B-E838178B67D4}"/>
              </a:ext>
            </a:extLst>
          </p:cNvPr>
          <p:cNvSpPr>
            <a:spLocks noGrp="1"/>
          </p:cNvSpPr>
          <p:nvPr>
            <p:ph idx="1"/>
          </p:nvPr>
        </p:nvSpPr>
        <p:spPr/>
        <p:txBody>
          <a:bodyPr/>
          <a:lstStyle/>
          <a:p>
            <a:endParaRPr lang="en-US" dirty="0"/>
          </a:p>
          <a:p>
            <a:endParaRPr lang="en-US" dirty="0"/>
          </a:p>
          <a:p>
            <a:r>
              <a:rPr lang="en-US" dirty="0"/>
              <a:t>The complete reference of the paper:</a:t>
            </a:r>
          </a:p>
          <a:p>
            <a:pPr lvl="1">
              <a:buFont typeface="Wingdings" pitchFamily="2" charset="2"/>
              <a:buChar char="Ø"/>
            </a:pPr>
            <a:r>
              <a:rPr lang="en-US" dirty="0"/>
              <a:t>Authors, title publication, date, pages</a:t>
            </a:r>
            <a:br>
              <a:rPr lang="en-US" dirty="0"/>
            </a:br>
            <a:r>
              <a:rPr lang="en-US" dirty="0">
                <a:highlight>
                  <a:srgbClr val="FFFF00"/>
                </a:highlight>
              </a:rPr>
              <a:t>Example: Marques, B., Silva, S., Alves, J., Araujo, T., Dias, P., &amp; Santos, B. S. (2021). A Conceptual Model and Taxonomy for Collaborative Augmented Reality. IEEE Transactions on Visualization and Computer Graphics, 28(12), 5113-5133.</a:t>
            </a:r>
          </a:p>
          <a:p>
            <a:r>
              <a:rPr lang="en-US" dirty="0"/>
              <a:t>Name, number, and study programs of the presenters</a:t>
            </a:r>
          </a:p>
          <a:p>
            <a:r>
              <a:rPr lang="en-US" dirty="0"/>
              <a:t>Name of the course and date of presentation</a:t>
            </a:r>
          </a:p>
        </p:txBody>
      </p:sp>
      <p:sp>
        <p:nvSpPr>
          <p:cNvPr id="4" name="Slide Number Placeholder 3">
            <a:extLst>
              <a:ext uri="{FF2B5EF4-FFF2-40B4-BE49-F238E27FC236}">
                <a16:creationId xmlns:a16="http://schemas.microsoft.com/office/drawing/2014/main" id="{AA6850B8-3707-4A7F-82E8-6690487A6768}"/>
              </a:ext>
            </a:extLst>
          </p:cNvPr>
          <p:cNvSpPr>
            <a:spLocks noGrp="1"/>
          </p:cNvSpPr>
          <p:nvPr>
            <p:ph type="sldNum" sz="quarter" idx="12"/>
          </p:nvPr>
        </p:nvSpPr>
        <p:spPr/>
        <p:txBody>
          <a:bodyPr/>
          <a:lstStyle/>
          <a:p>
            <a:fld id="{D912F31B-CF37-43BE-994D-91DF922BAA5B}" type="slidenum">
              <a:rPr lang="en-GB" sz="2000" smtClean="0"/>
              <a:t>2</a:t>
            </a:fld>
            <a:endParaRPr lang="en-GB" sz="2000" dirty="0"/>
          </a:p>
        </p:txBody>
      </p:sp>
    </p:spTree>
    <p:extLst>
      <p:ext uri="{BB962C8B-B14F-4D97-AF65-F5344CB8AC3E}">
        <p14:creationId xmlns:p14="http://schemas.microsoft.com/office/powerpoint/2010/main" val="621206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874E7-A8F1-D7A2-A931-1F7F3ED14B6C}"/>
              </a:ext>
            </a:extLst>
          </p:cNvPr>
          <p:cNvSpPr>
            <a:spLocks noGrp="1"/>
          </p:cNvSpPr>
          <p:nvPr>
            <p:ph type="title"/>
          </p:nvPr>
        </p:nvSpPr>
        <p:spPr/>
        <p:txBody>
          <a:bodyPr/>
          <a:lstStyle/>
          <a:p>
            <a:r>
              <a:rPr lang="en-US" dirty="0"/>
              <a:t>Why have we chosen this paper?</a:t>
            </a:r>
          </a:p>
        </p:txBody>
      </p:sp>
      <p:sp>
        <p:nvSpPr>
          <p:cNvPr id="3" name="Content Placeholder 2">
            <a:extLst>
              <a:ext uri="{FF2B5EF4-FFF2-40B4-BE49-F238E27FC236}">
                <a16:creationId xmlns:a16="http://schemas.microsoft.com/office/drawing/2014/main" id="{F00784FC-96BF-48A0-E8F9-4DCC54C309A4}"/>
              </a:ext>
            </a:extLst>
          </p:cNvPr>
          <p:cNvSpPr>
            <a:spLocks noGrp="1"/>
          </p:cNvSpPr>
          <p:nvPr>
            <p:ph idx="1"/>
          </p:nvPr>
        </p:nvSpPr>
        <p:spPr>
          <a:xfrm>
            <a:off x="838200" y="1825625"/>
            <a:ext cx="10374630" cy="4351338"/>
          </a:xfrm>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dirty="0"/>
              <a:t>What was your motivation to choose this paper?</a:t>
            </a:r>
          </a:p>
          <a:p>
            <a:pPr marL="0" indent="0">
              <a:buNone/>
            </a:pPr>
            <a:r>
              <a:rPr lang="en-US" dirty="0"/>
              <a:t>Why is this a relevant topic to present in the course?</a:t>
            </a:r>
          </a:p>
        </p:txBody>
      </p:sp>
      <p:sp>
        <p:nvSpPr>
          <p:cNvPr id="4" name="Slide Number Placeholder 3">
            <a:extLst>
              <a:ext uri="{FF2B5EF4-FFF2-40B4-BE49-F238E27FC236}">
                <a16:creationId xmlns:a16="http://schemas.microsoft.com/office/drawing/2014/main" id="{48BACFA9-3CA3-4ECE-9B4A-63A04E0914F2}"/>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3</a:t>
            </a:fld>
            <a:endParaRPr lang="en-GB" sz="2000" dirty="0"/>
          </a:p>
        </p:txBody>
      </p:sp>
    </p:spTree>
    <p:extLst>
      <p:ext uri="{BB962C8B-B14F-4D97-AF65-F5344CB8AC3E}">
        <p14:creationId xmlns:p14="http://schemas.microsoft.com/office/powerpoint/2010/main" val="145589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52F3-16C2-4364-4E3A-2EFABFCD8CB6}"/>
              </a:ext>
            </a:extLst>
          </p:cNvPr>
          <p:cNvSpPr>
            <a:spLocks noGrp="1"/>
          </p:cNvSpPr>
          <p:nvPr>
            <p:ph type="title"/>
          </p:nvPr>
        </p:nvSpPr>
        <p:spPr/>
        <p:txBody>
          <a:bodyPr/>
          <a:lstStyle/>
          <a:p>
            <a:r>
              <a:rPr lang="en-US" dirty="0"/>
              <a:t>Introduction and Context</a:t>
            </a:r>
          </a:p>
        </p:txBody>
      </p:sp>
      <p:sp>
        <p:nvSpPr>
          <p:cNvPr id="3" name="Content Placeholder 2">
            <a:extLst>
              <a:ext uri="{FF2B5EF4-FFF2-40B4-BE49-F238E27FC236}">
                <a16:creationId xmlns:a16="http://schemas.microsoft.com/office/drawing/2014/main" id="{547B7DCA-ADDB-868F-C01E-766F36F01C7D}"/>
              </a:ext>
            </a:extLst>
          </p:cNvPr>
          <p:cNvSpPr>
            <a:spLocks noGrp="1"/>
          </p:cNvSpPr>
          <p:nvPr>
            <p:ph idx="1"/>
          </p:nvPr>
        </p:nvSpPr>
        <p:spPr/>
        <p:txBody>
          <a:bodyPr/>
          <a:lstStyle/>
          <a:p>
            <a:pPr marL="0" indent="0">
              <a:buNone/>
            </a:pPr>
            <a:endParaRPr lang="en-US" dirty="0"/>
          </a:p>
          <a:p>
            <a:pPr marL="0" indent="0">
              <a:buNone/>
            </a:pPr>
            <a:r>
              <a:rPr lang="en-US" dirty="0"/>
              <a:t>Contextualize the problem being addressed:</a:t>
            </a:r>
          </a:p>
          <a:p>
            <a:r>
              <a:rPr lang="en-US" dirty="0"/>
              <a:t>What is the field of research?</a:t>
            </a:r>
          </a:p>
          <a:p>
            <a:r>
              <a:rPr lang="en-US" dirty="0"/>
              <a:t>What were the challenges?</a:t>
            </a:r>
          </a:p>
          <a:p>
            <a:r>
              <a:rPr lang="en-US" dirty="0"/>
              <a:t>Why is it relevant to address this problem?</a:t>
            </a:r>
          </a:p>
        </p:txBody>
      </p:sp>
      <p:sp>
        <p:nvSpPr>
          <p:cNvPr id="4" name="Slide Number Placeholder 3">
            <a:extLst>
              <a:ext uri="{FF2B5EF4-FFF2-40B4-BE49-F238E27FC236}">
                <a16:creationId xmlns:a16="http://schemas.microsoft.com/office/drawing/2014/main" id="{356B177D-9ED1-494D-B352-DAAB449F4038}"/>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4</a:t>
            </a:fld>
            <a:endParaRPr lang="en-GB" sz="2000" dirty="0"/>
          </a:p>
        </p:txBody>
      </p:sp>
    </p:spTree>
    <p:extLst>
      <p:ext uri="{BB962C8B-B14F-4D97-AF65-F5344CB8AC3E}">
        <p14:creationId xmlns:p14="http://schemas.microsoft.com/office/powerpoint/2010/main" val="3146189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7E173-CC07-F697-B204-80632492A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FFFB8-9850-F857-0365-476C8E6EAD63}"/>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57CCFF64-0BB2-FF9B-E485-3D9756A133D6}"/>
              </a:ext>
            </a:extLst>
          </p:cNvPr>
          <p:cNvSpPr>
            <a:spLocks noGrp="1"/>
          </p:cNvSpPr>
          <p:nvPr>
            <p:ph idx="1"/>
          </p:nvPr>
        </p:nvSpPr>
        <p:spPr/>
        <p:txBody>
          <a:bodyPr/>
          <a:lstStyle/>
          <a:p>
            <a:endParaRPr lang="en-US" dirty="0"/>
          </a:p>
          <a:p>
            <a:endParaRPr lang="en-US" dirty="0"/>
          </a:p>
          <a:p>
            <a:pPr marL="0" indent="0">
              <a:buNone/>
            </a:pPr>
            <a:r>
              <a:rPr lang="en-US" dirty="0"/>
              <a:t>What kind of approach was taken by the authors? </a:t>
            </a:r>
          </a:p>
          <a:p>
            <a:pPr marL="0" indent="0">
              <a:buNone/>
            </a:pPr>
            <a:r>
              <a:rPr lang="en-US" dirty="0"/>
              <a:t>What methods were applied, tested? </a:t>
            </a:r>
          </a:p>
          <a:p>
            <a:pPr marL="0" indent="0">
              <a:buNone/>
            </a:pPr>
            <a:r>
              <a:rPr lang="en-US" dirty="0"/>
              <a:t>Did they implement a novel system/propose a new method? </a:t>
            </a:r>
          </a:p>
          <a:p>
            <a:pPr marL="0" indent="0">
              <a:buNone/>
            </a:pPr>
            <a:r>
              <a:rPr lang="en-US" dirty="0"/>
              <a:t>Did they evaluate it, at the end?</a:t>
            </a:r>
          </a:p>
        </p:txBody>
      </p:sp>
      <p:sp>
        <p:nvSpPr>
          <p:cNvPr id="4" name="Slide Number Placeholder 3">
            <a:extLst>
              <a:ext uri="{FF2B5EF4-FFF2-40B4-BE49-F238E27FC236}">
                <a16:creationId xmlns:a16="http://schemas.microsoft.com/office/drawing/2014/main" id="{4EE1A279-5644-4761-B0F6-99DFBFA32F32}"/>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5</a:t>
            </a:fld>
            <a:endParaRPr lang="en-GB" sz="2000" dirty="0"/>
          </a:p>
        </p:txBody>
      </p:sp>
    </p:spTree>
    <p:extLst>
      <p:ext uri="{BB962C8B-B14F-4D97-AF65-F5344CB8AC3E}">
        <p14:creationId xmlns:p14="http://schemas.microsoft.com/office/powerpoint/2010/main" val="3629887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74AB-08D9-8FBE-A2C1-057C5990CE93}"/>
              </a:ext>
            </a:extLst>
          </p:cNvPr>
          <p:cNvSpPr>
            <a:spLocks noGrp="1"/>
          </p:cNvSpPr>
          <p:nvPr>
            <p:ph type="title"/>
          </p:nvPr>
        </p:nvSpPr>
        <p:spPr>
          <a:xfrm>
            <a:off x="838200" y="2766218"/>
            <a:ext cx="10515600" cy="1325563"/>
          </a:xfrm>
        </p:spPr>
        <p:txBody>
          <a:bodyPr/>
          <a:lstStyle/>
          <a:p>
            <a:r>
              <a:rPr lang="en-GB" dirty="0"/>
              <a:t>more about methods </a:t>
            </a:r>
            <a:r>
              <a:rPr lang="en-GB" sz="2800" dirty="0"/>
              <a:t>(if needed)</a:t>
            </a:r>
          </a:p>
        </p:txBody>
      </p:sp>
      <p:sp>
        <p:nvSpPr>
          <p:cNvPr id="3" name="Slide Number Placeholder 3">
            <a:extLst>
              <a:ext uri="{FF2B5EF4-FFF2-40B4-BE49-F238E27FC236}">
                <a16:creationId xmlns:a16="http://schemas.microsoft.com/office/drawing/2014/main" id="{CD957062-FD5C-4766-92BA-13C5E5C2AC72}"/>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6</a:t>
            </a:fld>
            <a:endParaRPr lang="en-GB" sz="2000" dirty="0"/>
          </a:p>
        </p:txBody>
      </p:sp>
    </p:spTree>
    <p:extLst>
      <p:ext uri="{BB962C8B-B14F-4D97-AF65-F5344CB8AC3E}">
        <p14:creationId xmlns:p14="http://schemas.microsoft.com/office/powerpoint/2010/main" val="160197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AA921-F95F-B75A-19FC-BDC4CC6C4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05C37-9DDA-286A-BA4D-93C38884B877}"/>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E8B73890-FA46-E818-6303-DFD433280726}"/>
              </a:ext>
            </a:extLst>
          </p:cNvPr>
          <p:cNvSpPr>
            <a:spLocks noGrp="1"/>
          </p:cNvSpPr>
          <p:nvPr>
            <p:ph idx="1"/>
          </p:nvPr>
        </p:nvSpPr>
        <p:spPr/>
        <p:txBody>
          <a:bodyPr/>
          <a:lstStyle/>
          <a:p>
            <a:endParaRPr lang="en-US" dirty="0"/>
          </a:p>
          <a:p>
            <a:endParaRPr lang="en-US" dirty="0"/>
          </a:p>
          <a:p>
            <a:pPr marL="0" indent="0">
              <a:buNone/>
            </a:pPr>
            <a:endParaRPr lang="en-US" dirty="0"/>
          </a:p>
          <a:p>
            <a:pPr marL="0" indent="0">
              <a:buNone/>
            </a:pPr>
            <a:r>
              <a:rPr lang="en-US" dirty="0"/>
              <a:t>What the most important results presented? </a:t>
            </a:r>
          </a:p>
          <a:p>
            <a:pPr marL="0" indent="0">
              <a:buNone/>
            </a:pPr>
            <a:endParaRPr lang="en-US" dirty="0"/>
          </a:p>
          <a:p>
            <a:pPr marL="0" indent="0">
              <a:buNone/>
            </a:pPr>
            <a:r>
              <a:rPr lang="en-US" dirty="0"/>
              <a:t>If there are many results, make a selection that allows understanding the extent to which the authors’ were able to tackle the initial problem.</a:t>
            </a:r>
          </a:p>
        </p:txBody>
      </p:sp>
      <p:sp>
        <p:nvSpPr>
          <p:cNvPr id="4" name="Slide Number Placeholder 3">
            <a:extLst>
              <a:ext uri="{FF2B5EF4-FFF2-40B4-BE49-F238E27FC236}">
                <a16:creationId xmlns:a16="http://schemas.microsoft.com/office/drawing/2014/main" id="{7843606A-D968-452B-B6FC-8D0AA614284E}"/>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7</a:t>
            </a:fld>
            <a:endParaRPr lang="en-GB" sz="2000" dirty="0"/>
          </a:p>
        </p:txBody>
      </p:sp>
    </p:spTree>
    <p:extLst>
      <p:ext uri="{BB962C8B-B14F-4D97-AF65-F5344CB8AC3E}">
        <p14:creationId xmlns:p14="http://schemas.microsoft.com/office/powerpoint/2010/main" val="881123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74AB-08D9-8FBE-A2C1-057C5990CE93}"/>
              </a:ext>
            </a:extLst>
          </p:cNvPr>
          <p:cNvSpPr>
            <a:spLocks noGrp="1"/>
          </p:cNvSpPr>
          <p:nvPr>
            <p:ph type="title"/>
          </p:nvPr>
        </p:nvSpPr>
        <p:spPr>
          <a:xfrm>
            <a:off x="838200" y="2766218"/>
            <a:ext cx="10515600" cy="1325563"/>
          </a:xfrm>
        </p:spPr>
        <p:txBody>
          <a:bodyPr/>
          <a:lstStyle/>
          <a:p>
            <a:r>
              <a:rPr lang="en-GB" dirty="0"/>
              <a:t>more about results  </a:t>
            </a:r>
            <a:r>
              <a:rPr lang="en-GB" sz="2800" dirty="0"/>
              <a:t>(if needed)</a:t>
            </a:r>
            <a:endParaRPr lang="en-GB" dirty="0"/>
          </a:p>
        </p:txBody>
      </p:sp>
      <p:sp>
        <p:nvSpPr>
          <p:cNvPr id="3" name="Slide Number Placeholder 3">
            <a:extLst>
              <a:ext uri="{FF2B5EF4-FFF2-40B4-BE49-F238E27FC236}">
                <a16:creationId xmlns:a16="http://schemas.microsoft.com/office/drawing/2014/main" id="{52844FC8-5291-4E26-A0E6-10E79D5E314E}"/>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8</a:t>
            </a:fld>
            <a:endParaRPr lang="en-GB" sz="2000" dirty="0"/>
          </a:p>
        </p:txBody>
      </p:sp>
    </p:spTree>
    <p:extLst>
      <p:ext uri="{BB962C8B-B14F-4D97-AF65-F5344CB8AC3E}">
        <p14:creationId xmlns:p14="http://schemas.microsoft.com/office/powerpoint/2010/main" val="1691723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B494-CAE4-2502-6FDB-E487A656F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1170A-CA9D-4E5D-2DD2-CD4C2B349508}"/>
              </a:ext>
            </a:extLst>
          </p:cNvPr>
          <p:cNvSpPr>
            <a:spLocks noGrp="1"/>
          </p:cNvSpPr>
          <p:nvPr>
            <p:ph type="title"/>
          </p:nvPr>
        </p:nvSpPr>
        <p:spPr/>
        <p:txBody>
          <a:bodyPr/>
          <a:lstStyle/>
          <a:p>
            <a:r>
              <a:rPr lang="en-US" dirty="0"/>
              <a:t>Discussion and Limitations</a:t>
            </a:r>
          </a:p>
        </p:txBody>
      </p:sp>
      <p:sp>
        <p:nvSpPr>
          <p:cNvPr id="3" name="Content Placeholder 2">
            <a:extLst>
              <a:ext uri="{FF2B5EF4-FFF2-40B4-BE49-F238E27FC236}">
                <a16:creationId xmlns:a16="http://schemas.microsoft.com/office/drawing/2014/main" id="{2B0EC974-86E2-69E0-1C7B-D3F000E3173A}"/>
              </a:ext>
            </a:extLst>
          </p:cNvPr>
          <p:cNvSpPr>
            <a:spLocks noGrp="1"/>
          </p:cNvSpPr>
          <p:nvPr>
            <p:ph idx="1"/>
          </p:nvPr>
        </p:nvSpPr>
        <p:spPr/>
        <p:txBody>
          <a:bodyPr/>
          <a:lstStyle/>
          <a:p>
            <a:endParaRPr lang="en-US" dirty="0"/>
          </a:p>
          <a:p>
            <a:endParaRPr lang="en-US" dirty="0"/>
          </a:p>
          <a:p>
            <a:endParaRPr lang="en-US" dirty="0"/>
          </a:p>
          <a:p>
            <a:pPr marL="0" indent="0">
              <a:buNone/>
            </a:pPr>
            <a:r>
              <a:rPr lang="en-US" dirty="0"/>
              <a:t>What were the main limitations of the work?</a:t>
            </a:r>
          </a:p>
        </p:txBody>
      </p:sp>
      <p:sp>
        <p:nvSpPr>
          <p:cNvPr id="4" name="Slide Number Placeholder 3">
            <a:extLst>
              <a:ext uri="{FF2B5EF4-FFF2-40B4-BE49-F238E27FC236}">
                <a16:creationId xmlns:a16="http://schemas.microsoft.com/office/drawing/2014/main" id="{C0686C84-659A-4D65-A24D-091AD6EFC4ED}"/>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9</a:t>
            </a:fld>
            <a:endParaRPr lang="en-GB" sz="2000" dirty="0"/>
          </a:p>
        </p:txBody>
      </p:sp>
    </p:spTree>
    <p:extLst>
      <p:ext uri="{BB962C8B-B14F-4D97-AF65-F5344CB8AC3E}">
        <p14:creationId xmlns:p14="http://schemas.microsoft.com/office/powerpoint/2010/main" val="1021144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B494-CAE4-2502-6FDB-E487A656F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1170A-CA9D-4E5D-2DD2-CD4C2B349508}"/>
              </a:ext>
            </a:extLst>
          </p:cNvPr>
          <p:cNvSpPr>
            <a:spLocks noGrp="1"/>
          </p:cNvSpPr>
          <p:nvPr>
            <p:ph type="title"/>
          </p:nvPr>
        </p:nvSpPr>
        <p:spPr/>
        <p:txBody>
          <a:bodyPr/>
          <a:lstStyle/>
          <a:p>
            <a:r>
              <a:rPr lang="en-US" dirty="0"/>
              <a:t>Overall Conclusions and Future Work</a:t>
            </a:r>
          </a:p>
        </p:txBody>
      </p:sp>
      <p:sp>
        <p:nvSpPr>
          <p:cNvPr id="3" name="Content Placeholder 2">
            <a:extLst>
              <a:ext uri="{FF2B5EF4-FFF2-40B4-BE49-F238E27FC236}">
                <a16:creationId xmlns:a16="http://schemas.microsoft.com/office/drawing/2014/main" id="{2B0EC974-86E2-69E0-1C7B-D3F000E3173A}"/>
              </a:ext>
            </a:extLst>
          </p:cNvPr>
          <p:cNvSpPr>
            <a:spLocks noGrp="1"/>
          </p:cNvSpPr>
          <p:nvPr>
            <p:ph idx="1"/>
          </p:nvPr>
        </p:nvSpPr>
        <p:spPr/>
        <p:txBody>
          <a:bodyPr/>
          <a:lstStyle/>
          <a:p>
            <a:endParaRPr lang="en-US" dirty="0"/>
          </a:p>
          <a:p>
            <a:endParaRPr lang="en-US" dirty="0"/>
          </a:p>
          <a:p>
            <a:endParaRPr lang="en-US" dirty="0"/>
          </a:p>
          <a:p>
            <a:pPr marL="0" indent="0">
              <a:buNone/>
            </a:pPr>
            <a:r>
              <a:rPr lang="en-US" dirty="0"/>
              <a:t>Based on the obtained results, what can be concluded from the work?</a:t>
            </a:r>
          </a:p>
          <a:p>
            <a:pPr marL="0" indent="0">
              <a:buNone/>
            </a:pPr>
            <a:r>
              <a:rPr lang="en-US" dirty="0"/>
              <a:t>What are the main ideas to continue the work?</a:t>
            </a:r>
          </a:p>
        </p:txBody>
      </p:sp>
      <p:sp>
        <p:nvSpPr>
          <p:cNvPr id="4" name="Slide Number Placeholder 3">
            <a:extLst>
              <a:ext uri="{FF2B5EF4-FFF2-40B4-BE49-F238E27FC236}">
                <a16:creationId xmlns:a16="http://schemas.microsoft.com/office/drawing/2014/main" id="{960D78C9-65FF-48BF-8B91-C5785FDCC425}"/>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10</a:t>
            </a:fld>
            <a:endParaRPr lang="en-GB" sz="2000" dirty="0"/>
          </a:p>
        </p:txBody>
      </p:sp>
    </p:spTree>
    <p:extLst>
      <p:ext uri="{BB962C8B-B14F-4D97-AF65-F5344CB8AC3E}">
        <p14:creationId xmlns:p14="http://schemas.microsoft.com/office/powerpoint/2010/main" val="4147568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8B770-5C16-B9DD-1EB9-82F3ED5C0282}"/>
              </a:ext>
            </a:extLst>
          </p:cNvPr>
          <p:cNvSpPr>
            <a:spLocks noGrp="1"/>
          </p:cNvSpPr>
          <p:nvPr>
            <p:ph type="title"/>
          </p:nvPr>
        </p:nvSpPr>
        <p:spPr/>
        <p:txBody>
          <a:bodyPr/>
          <a:lstStyle/>
          <a:p>
            <a:r>
              <a:rPr lang="en-GB" dirty="0"/>
              <a:t>Presenters´ Critical Analysis</a:t>
            </a:r>
          </a:p>
        </p:txBody>
      </p:sp>
      <p:sp>
        <p:nvSpPr>
          <p:cNvPr id="3" name="Content Placeholder 2">
            <a:extLst>
              <a:ext uri="{FF2B5EF4-FFF2-40B4-BE49-F238E27FC236}">
                <a16:creationId xmlns:a16="http://schemas.microsoft.com/office/drawing/2014/main" id="{7B7DCF42-D21B-E288-3040-B298EF783475}"/>
              </a:ext>
            </a:extLst>
          </p:cNvPr>
          <p:cNvSpPr>
            <a:spLocks noGrp="1"/>
          </p:cNvSpPr>
          <p:nvPr>
            <p:ph idx="1"/>
          </p:nvPr>
        </p:nvSpPr>
        <p:spPr/>
        <p:txBody>
          <a:bodyPr/>
          <a:lstStyle/>
          <a:p>
            <a:pPr marL="0" indent="0">
              <a:buNone/>
            </a:pPr>
            <a:endParaRPr lang="en-GB" dirty="0"/>
          </a:p>
          <a:p>
            <a:pPr marL="0" indent="0">
              <a:buNone/>
            </a:pPr>
            <a:endParaRPr lang="en-GB" dirty="0"/>
          </a:p>
          <a:p>
            <a:pPr marL="0" indent="0">
              <a:buNone/>
            </a:pPr>
            <a:endParaRPr lang="en-GB" dirty="0"/>
          </a:p>
          <a:p>
            <a:pPr marL="0" indent="0">
              <a:buNone/>
            </a:pPr>
            <a:r>
              <a:rPr lang="en-GB" dirty="0"/>
              <a:t>What did you think of the work? And about the paper?</a:t>
            </a:r>
          </a:p>
          <a:p>
            <a:pPr marL="0" indent="0">
              <a:buNone/>
            </a:pPr>
            <a:r>
              <a:rPr lang="en-GB" dirty="0"/>
              <a:t>What do you consider were the most interesting points? </a:t>
            </a:r>
          </a:p>
          <a:p>
            <a:pPr marL="0" indent="0">
              <a:buNone/>
            </a:pPr>
            <a:r>
              <a:rPr lang="en-GB" dirty="0"/>
              <a:t>What do you think about the potential of the presented work for the field of HCI, in the future?</a:t>
            </a:r>
          </a:p>
        </p:txBody>
      </p:sp>
      <p:sp>
        <p:nvSpPr>
          <p:cNvPr id="4" name="Slide Number Placeholder 3">
            <a:extLst>
              <a:ext uri="{FF2B5EF4-FFF2-40B4-BE49-F238E27FC236}">
                <a16:creationId xmlns:a16="http://schemas.microsoft.com/office/drawing/2014/main" id="{7CB68D73-A64E-46F7-BB1E-BB9A8D6E3721}"/>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11</a:t>
            </a:fld>
            <a:endParaRPr lang="en-GB" sz="2000" dirty="0"/>
          </a:p>
        </p:txBody>
      </p:sp>
    </p:spTree>
    <p:extLst>
      <p:ext uri="{BB962C8B-B14F-4D97-AF65-F5344CB8AC3E}">
        <p14:creationId xmlns:p14="http://schemas.microsoft.com/office/powerpoint/2010/main" val="3007832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F6045-6D8A-C308-6D6E-E95D367D7A0A}"/>
              </a:ext>
            </a:extLst>
          </p:cNvPr>
          <p:cNvSpPr>
            <a:spLocks noGrp="1"/>
          </p:cNvSpPr>
          <p:nvPr>
            <p:ph type="title"/>
          </p:nvPr>
        </p:nvSpPr>
        <p:spPr/>
        <p:txBody>
          <a:bodyPr/>
          <a:lstStyle/>
          <a:p>
            <a:r>
              <a:rPr lang="en-GB" dirty="0"/>
              <a:t>Bibliography</a:t>
            </a:r>
          </a:p>
        </p:txBody>
      </p:sp>
      <p:sp>
        <p:nvSpPr>
          <p:cNvPr id="3" name="Content Placeholder 2">
            <a:extLst>
              <a:ext uri="{FF2B5EF4-FFF2-40B4-BE49-F238E27FC236}">
                <a16:creationId xmlns:a16="http://schemas.microsoft.com/office/drawing/2014/main" id="{613545B9-B841-4273-BDE7-CC1B275079E2}"/>
              </a:ext>
            </a:extLst>
          </p:cNvPr>
          <p:cNvSpPr>
            <a:spLocks noGrp="1"/>
          </p:cNvSpPr>
          <p:nvPr>
            <p:ph idx="1"/>
          </p:nvPr>
        </p:nvSpPr>
        <p:spPr/>
        <p:txBody>
          <a:bodyPr/>
          <a:lstStyle/>
          <a:p>
            <a:pPr marL="0" indent="0">
              <a:buNone/>
            </a:pPr>
            <a:endParaRPr lang="en-GB" dirty="0"/>
          </a:p>
          <a:p>
            <a:pPr marL="0" indent="0">
              <a:buNone/>
            </a:pPr>
            <a:endParaRPr lang="en-GB" dirty="0"/>
          </a:p>
          <a:p>
            <a:pPr marL="0" indent="0">
              <a:buNone/>
            </a:pPr>
            <a:endParaRPr lang="en-GB" dirty="0"/>
          </a:p>
          <a:p>
            <a:pPr marL="0" indent="0">
              <a:buNone/>
            </a:pPr>
            <a:r>
              <a:rPr lang="en-GB" dirty="0"/>
              <a:t>List all bibliography and sites used to prepare the presentation in the last slide</a:t>
            </a:r>
          </a:p>
        </p:txBody>
      </p:sp>
      <p:sp>
        <p:nvSpPr>
          <p:cNvPr id="4" name="Slide Number Placeholder 3">
            <a:extLst>
              <a:ext uri="{FF2B5EF4-FFF2-40B4-BE49-F238E27FC236}">
                <a16:creationId xmlns:a16="http://schemas.microsoft.com/office/drawing/2014/main" id="{F0BF30F5-216A-40EC-8629-C2B5DF565333}"/>
              </a:ext>
            </a:extLst>
          </p:cNvPr>
          <p:cNvSpPr>
            <a:spLocks noGrp="1"/>
          </p:cNvSpPr>
          <p:nvPr>
            <p:ph type="sldNum" sz="quarter" idx="12"/>
          </p:nvPr>
        </p:nvSpPr>
        <p:spPr>
          <a:xfrm>
            <a:off x="8610600" y="6356350"/>
            <a:ext cx="2743200" cy="365125"/>
          </a:xfrm>
        </p:spPr>
        <p:txBody>
          <a:bodyPr/>
          <a:lstStyle/>
          <a:p>
            <a:fld id="{D912F31B-CF37-43BE-994D-91DF922BAA5B}" type="slidenum">
              <a:rPr lang="en-GB" sz="2000" smtClean="0"/>
              <a:t>12</a:t>
            </a:fld>
            <a:endParaRPr lang="en-GB" sz="2000" dirty="0"/>
          </a:p>
        </p:txBody>
      </p:sp>
    </p:spTree>
    <p:extLst>
      <p:ext uri="{BB962C8B-B14F-4D97-AF65-F5344CB8AC3E}">
        <p14:creationId xmlns:p14="http://schemas.microsoft.com/office/powerpoint/2010/main" val="1108925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CI_LabClasses_Template1">
      <a:majorFont>
        <a:latin typeface="Montserrat Semi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277BE806F8644AAC332864490B5556" ma:contentTypeVersion="19" ma:contentTypeDescription="Create a new document." ma:contentTypeScope="" ma:versionID="639c86c16b871be05325956976490440">
  <xsd:schema xmlns:xsd="http://www.w3.org/2001/XMLSchema" xmlns:xs="http://www.w3.org/2001/XMLSchema" xmlns:p="http://schemas.microsoft.com/office/2006/metadata/properties" xmlns:ns3="dd1301d2-a588-4738-8532-d163c2a499a8" xmlns:ns4="faf4ab63-fcbf-4ed6-89b2-7643d1acc9b8" targetNamespace="http://schemas.microsoft.com/office/2006/metadata/properties" ma:root="true" ma:fieldsID="d4a3550747c68610821453d75a004a94" ns3:_="" ns4:_="">
    <xsd:import namespace="dd1301d2-a588-4738-8532-d163c2a499a8"/>
    <xsd:import namespace="faf4ab63-fcbf-4ed6-89b2-7643d1acc9b8"/>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1301d2-a588-4738-8532-d163c2a499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f4ab63-fcbf-4ed6-89b2-7643d1acc9b8"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d1301d2-a588-4738-8532-d163c2a499a8" xsi:nil="true"/>
  </documentManagement>
</p:properties>
</file>

<file path=customXml/itemProps1.xml><?xml version="1.0" encoding="utf-8"?>
<ds:datastoreItem xmlns:ds="http://schemas.openxmlformats.org/officeDocument/2006/customXml" ds:itemID="{96B69BBE-CCD2-46E9-BE90-3B2B2569D5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1301d2-a588-4738-8532-d163c2a499a8"/>
    <ds:schemaRef ds:uri="faf4ab63-fcbf-4ed6-89b2-7643d1acc9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B89268-A48E-4B8A-9578-D1969C769CD5}">
  <ds:schemaRefs>
    <ds:schemaRef ds:uri="http://schemas.microsoft.com/sharepoint/v3/contenttype/forms"/>
  </ds:schemaRefs>
</ds:datastoreItem>
</file>

<file path=customXml/itemProps3.xml><?xml version="1.0" encoding="utf-8"?>
<ds:datastoreItem xmlns:ds="http://schemas.openxmlformats.org/officeDocument/2006/customXml" ds:itemID="{5F48EC7C-3CE0-466D-B87A-092D5A11F28C}">
  <ds:schemaRefs>
    <ds:schemaRef ds:uri="dd1301d2-a588-4738-8532-d163c2a499a8"/>
    <ds:schemaRef ds:uri="http://schemas.microsoft.com/office/2006/documentManagement/types"/>
    <ds:schemaRef ds:uri="http://schemas.microsoft.com/office/2006/metadata/properties"/>
    <ds:schemaRef ds:uri="http://schemas.microsoft.com/office/infopath/2007/PartnerControls"/>
    <ds:schemaRef ds:uri="http://purl.org/dc/dcmitype/"/>
    <ds:schemaRef ds:uri="http://purl.org/dc/terms/"/>
    <ds:schemaRef ds:uri="http://www.w3.org/XML/1998/namespace"/>
    <ds:schemaRef ds:uri="http://schemas.openxmlformats.org/package/2006/metadata/core-properties"/>
    <ds:schemaRef ds:uri="faf4ab63-fcbf-4ed6-89b2-7643d1acc9b8"/>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105</TotalTime>
  <Words>419</Words>
  <Application>Microsoft Office PowerPoint</Application>
  <PresentationFormat>Widescreen</PresentationFormat>
  <Paragraphs>72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Montserrat</vt:lpstr>
      <vt:lpstr>Montserrat SemiBold</vt:lpstr>
      <vt:lpstr>Wingdings</vt:lpstr>
      <vt:lpstr>Office Theme</vt:lpstr>
      <vt:lpstr>Suggested Presentation Structure</vt:lpstr>
      <vt:lpstr>Cover Slide</vt:lpstr>
      <vt:lpstr>Why have we chosen this paper?</vt:lpstr>
      <vt:lpstr>Introduction and Context</vt:lpstr>
      <vt:lpstr>Methods</vt:lpstr>
      <vt:lpstr>more about methods (if needed)</vt:lpstr>
      <vt:lpstr>Results</vt:lpstr>
      <vt:lpstr>more about results  (if needed)</vt:lpstr>
      <vt:lpstr>Discussion and Limitations</vt:lpstr>
      <vt:lpstr>Overall Conclusions and Future Work</vt:lpstr>
      <vt:lpstr>Presenters´ Critical Analysis</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Suggested Presentation Structure</dc:title>
  <dc:creator>Samuel Silva</dc:creator>
  <cp:lastModifiedBy>Beatriz Sousa Santos</cp:lastModifiedBy>
  <cp:revision>23</cp:revision>
  <dcterms:created xsi:type="dcterms:W3CDTF">2025-02-02T18:24:47Z</dcterms:created>
  <dcterms:modified xsi:type="dcterms:W3CDTF">2026-02-12T23:27:04Z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0x010100D8277BE806F8644AAC332864490B5556</vt:lpwstr>
  </property>
</Properties>
</file>