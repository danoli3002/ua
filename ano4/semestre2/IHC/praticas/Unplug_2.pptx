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CF8DA-F808-9CF5-4E78-7A1077948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20A972-894E-E64E-27FC-E8B67EACD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37F43D0-2E7C-6048-4DD3-50637B9A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07D64DA-5E2C-7489-C28F-3B2DDC76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A75A4B3-9840-296F-85CD-A7FFB2553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033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C24FF-A7B3-39D4-5C61-96F0B6C2B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79B1898-A126-0D53-CD5F-CCA07C76F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8FA8667-F381-2E87-BA3C-01119F8E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992A371-0F1C-D9BA-E83E-731CF192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AA41E055-D2BE-35B4-27C6-580A7C51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2057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D47B2-7B9C-8F3D-EFD2-663DDCC4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B39DCE60-962E-78E0-169A-1A44A6838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9419D07-D570-E6E0-F41E-D7E3E361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75EB506-5CC4-2EDD-A33D-0A26FEC20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77087414-95FC-55D1-93B6-054EEB488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1981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4FCEB5-DD4B-33E6-AE2A-94CF992C1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5F880A9-D19D-213C-81A5-711D37E28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9F7E1EE9-FB0E-5388-2840-18032A2B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D237A21-0D68-7944-C235-E01A9C0F7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3B7B907-32A5-2D5E-7A1C-F947E1E7C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8BDE30CA-6E90-BD99-4136-3CDC585E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6465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79D98-65C6-1DFE-B35D-D2FC6049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B52E593-E692-6A09-CC33-A81158B1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53FEBCE1-5F80-0BED-5446-E88BFFE60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9C6CF611-E685-AE5A-0A8D-9708FA72A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7289F30A-3840-754A-CAD2-53C2DD343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1F418159-D6AC-C510-A66F-633FB1340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E566D6D4-C0A9-3435-847F-CB6A41C68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8039E2F0-5DFF-30E2-B1D8-A2240BD1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1806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A07995-4D56-BD15-BCC0-43E71EDB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D4A70286-1D13-DDAD-E11B-448766E47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0B4F6168-F504-D6BD-E3C5-76C875AF2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C576BE8-8A6B-CAEA-9887-7A927560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0096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92D93A6-4633-E8AC-31F9-0FE67C12A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6A0EB730-A38E-8DC3-C595-5DE136BF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44937265-E561-3188-2B9A-09B312BD3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628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DE807-6382-3D66-E681-9C6877711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FF24858-7852-684B-037A-CF04AE4D9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017CEDF4-542E-B93C-C3A9-A22A3E9A0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F18464A-3517-1184-A0CF-52A84938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60CC2D8B-03B7-8192-F42A-41841ABB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EDBEFC8-4D3F-F95F-ABE5-3C50D996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009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E8AC0-1DB5-553A-DDC9-3986CF827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FB3851BC-095A-0EEB-1C6D-00A43102E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C0A4BE8-EECA-E946-C240-1C58BD370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04BE44B-EF2C-652C-B96A-19F8226F4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E712510-7945-D773-A121-31F14E13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92E429ED-852A-239D-96AE-8A6599D8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3717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5072AD-F49E-7D39-0FA3-15567C39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BBE71EC-87B4-119C-0DD2-4953CAD39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52DDDE1-F694-CC0A-5788-B6CDC20E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F9B3392-2D0A-54D5-4B32-8CB49DCBF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56F3D4F-504D-4B02-B872-0D45CCD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52042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97432E-C44F-7EF7-14B4-79820BFB00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8A0FC4A-F4A9-BF0B-7ED1-580FD395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81DC60B-E52C-BD49-097C-CE6BAE185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F98416F-CEE9-9B2E-6A50-781316B0A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A128249-0F33-CDF7-2681-133D7671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88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DA111FF-9AE3-299E-1E34-31AD507FC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1B54A317-78BA-E3A6-DDB1-9CD116C06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E6850C33-9FC8-8B9B-2AB9-219012372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F246D-8A9C-48AC-A54C-F6B565C4E685}" type="datetimeFigureOut">
              <a:rPr lang="pt-PT" smtClean="0"/>
              <a:t>24/05/2026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98B3B67-F94D-96F5-894F-29B73FBCF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20097E7-B775-FFD4-8648-5AA595A9B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4D898-54E0-443F-8F7C-48B1050599D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710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C5921-1460-A163-048F-D3B293F19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 err="1"/>
              <a:t>Unplug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CA9AB2-0731-05FB-8C4C-C3F56A2D85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dirty="0"/>
              <a:t>Uma aplicação móvel para combater a dependência do smartphone e</a:t>
            </a:r>
          </a:p>
          <a:p>
            <a:r>
              <a:rPr lang="pt-PT" dirty="0"/>
              <a:t>aumentar a produtividade</a:t>
            </a:r>
          </a:p>
          <a:p>
            <a:r>
              <a:rPr lang="pt-PT" b="1" dirty="0"/>
              <a:t>André Correia </a:t>
            </a:r>
            <a:r>
              <a:rPr lang="pt-PT" dirty="0"/>
              <a:t>- 119241 | </a:t>
            </a:r>
            <a:r>
              <a:rPr lang="pt-PT" b="1" dirty="0"/>
              <a:t>Daniel Oliveira </a:t>
            </a:r>
            <a:r>
              <a:rPr lang="pt-PT" dirty="0"/>
              <a:t>- 115359 | </a:t>
            </a:r>
            <a:r>
              <a:rPr lang="pt-PT" b="1" dirty="0"/>
              <a:t>José Santos </a:t>
            </a:r>
            <a:r>
              <a:rPr lang="pt-PT" dirty="0"/>
              <a:t>-</a:t>
            </a:r>
          </a:p>
          <a:p>
            <a:r>
              <a:rPr lang="pt-PT" dirty="0"/>
              <a:t>112909</a:t>
            </a:r>
          </a:p>
        </p:txBody>
      </p:sp>
    </p:spTree>
    <p:extLst>
      <p:ext uri="{BB962C8B-B14F-4D97-AF65-F5344CB8AC3E}">
        <p14:creationId xmlns:p14="http://schemas.microsoft.com/office/powerpoint/2010/main" val="1292899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F1697-A2BF-B01D-027B-CCDD7AB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Problema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453AA38-EF2C-22E5-BEB1-F2EC7FC80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Uso Compulsivo</a:t>
            </a:r>
          </a:p>
          <a:p>
            <a:pPr marL="0" indent="0">
              <a:buNone/>
            </a:pPr>
            <a:r>
              <a:rPr lang="pt-PT" dirty="0"/>
              <a:t>Smartphones criam padrões de uso excessivo que levam à perda de foco, tempo valioso e produtividade ao longo do dia</a:t>
            </a:r>
          </a:p>
          <a:p>
            <a:r>
              <a:rPr lang="pt-PT" b="1" dirty="0"/>
              <a:t>Impacto Universal</a:t>
            </a:r>
          </a:p>
          <a:p>
            <a:pPr marL="0" indent="0">
              <a:buNone/>
            </a:pPr>
            <a:r>
              <a:rPr lang="pt-PT" dirty="0"/>
              <a:t>O problema afeta pessoas de todas as idades, sendo especialmente crítico entre jovens e estudantes universitários</a:t>
            </a:r>
          </a:p>
        </p:txBody>
      </p:sp>
    </p:spTree>
    <p:extLst>
      <p:ext uri="{BB962C8B-B14F-4D97-AF65-F5344CB8AC3E}">
        <p14:creationId xmlns:p14="http://schemas.microsoft.com/office/powerpoint/2010/main" val="299463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AC237-4A4F-146C-CE29-CDE76E2A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Personas - </a:t>
            </a:r>
            <a:r>
              <a:rPr lang="pt-PT" b="1" dirty="0"/>
              <a:t>João Marques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CA380EE3-BCCA-84A5-353A-643B2E765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b="1" dirty="0"/>
              <a:t>19 anos, Estudante Universidade: </a:t>
            </a:r>
            <a:r>
              <a:rPr lang="pt-PT" dirty="0"/>
              <a:t>Gestão, 2º ano, Universidade de Aveiro</a:t>
            </a:r>
          </a:p>
          <a:p>
            <a:r>
              <a:rPr lang="pt-PT" b="1" dirty="0"/>
              <a:t>Perfil: </a:t>
            </a:r>
            <a:r>
              <a:rPr lang="pt-PT" dirty="0"/>
              <a:t>O João cresceu com forte contacto com tecnologia e redes sociais, tornando-se bastante dependente do telemóvel no seu dia a dia. Esta dependência afeta diretamente o seu desempenho académico.</a:t>
            </a:r>
          </a:p>
          <a:p>
            <a:r>
              <a:rPr lang="pt-PT" b="1" dirty="0"/>
              <a:t>Aspirações: </a:t>
            </a:r>
            <a:r>
              <a:rPr lang="pt-PT" dirty="0"/>
              <a:t>Ambiciona melhorar significativamente a sua capacidade de concentração, especialmente durante períodos de estudo intensivo, sabendo que precisa reduzir tempo desperdiçado no telemóvel.</a:t>
            </a:r>
          </a:p>
        </p:txBody>
      </p:sp>
    </p:spTree>
    <p:extLst>
      <p:ext uri="{BB962C8B-B14F-4D97-AF65-F5344CB8AC3E}">
        <p14:creationId xmlns:p14="http://schemas.microsoft.com/office/powerpoint/2010/main" val="86207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ABF16-BF00-AA33-6A6A-7A4070FE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Requisitos Funcionais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E96F83F-1384-09C4-ACD7-EED06F8FD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Criar Blocos de Foco Imediatos</a:t>
            </a:r>
          </a:p>
          <a:p>
            <a:r>
              <a:rPr lang="pt-PT" b="1" dirty="0"/>
              <a:t>Selecionar Apps a Bloquear por Bloco</a:t>
            </a:r>
          </a:p>
          <a:p>
            <a:r>
              <a:rPr lang="pt-PT" b="1" dirty="0"/>
              <a:t>Mostrar Aviso ao Tentar Abrir App Bloqueada</a:t>
            </a:r>
          </a:p>
          <a:p>
            <a:r>
              <a:rPr lang="pt-PT" b="1" dirty="0"/>
              <a:t>Permitir Pausar/Sair de Bloco (Emergência)</a:t>
            </a:r>
          </a:p>
          <a:p>
            <a:r>
              <a:rPr lang="pt-PT" b="1" dirty="0"/>
              <a:t>Criar/alterar blocos de rotinas</a:t>
            </a:r>
          </a:p>
          <a:p>
            <a:r>
              <a:rPr lang="pt-PT" b="1" dirty="0"/>
              <a:t>Criar/alterar objetivos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67201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5C3D-6737-8237-D656-0379AF89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/>
              <a:t>Requisitos Não Funcionais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B6A3D8D-A83D-5263-E808-789FC8733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b="1" dirty="0"/>
              <a:t>Usabilidade e Simplicidade</a:t>
            </a:r>
          </a:p>
          <a:p>
            <a:r>
              <a:rPr lang="pt-PT" b="1" dirty="0"/>
              <a:t>Feedback Imediato</a:t>
            </a:r>
          </a:p>
          <a:p>
            <a:r>
              <a:rPr lang="pt-PT" b="1" dirty="0"/>
              <a:t>Controlo do Utilizador</a:t>
            </a:r>
          </a:p>
          <a:p>
            <a:r>
              <a:rPr lang="pt-PT" b="1" dirty="0"/>
              <a:t>(</a:t>
            </a:r>
            <a:r>
              <a:rPr lang="pt-PT" b="1" dirty="0" err="1"/>
              <a:t>ns</a:t>
            </a:r>
            <a:r>
              <a:rPr lang="pt-PT" b="1" dirty="0"/>
              <a:t> se querem meter mais alguns, estes só foi buscar ao slide anterior)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61126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F875D2C-C1A6-49C7-9357-2BB8FBC2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91BDCBA7-C525-79B2-8A42-834F7B9D63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3" y="1618139"/>
            <a:ext cx="2638800" cy="46912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1C68B6E-775F-F436-94E7-41D589DF4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493" y="1618139"/>
            <a:ext cx="2638800" cy="46912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4C03282-8A85-0DF0-27F8-976A096A7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123" y="1618139"/>
            <a:ext cx="2638800" cy="46912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F5EA473-B0BA-FF66-05FD-74C9D5673E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752" y="1617524"/>
            <a:ext cx="2638800" cy="46912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D5C79147-D0CC-96A3-D9F2-EAD0715E6B74}"/>
              </a:ext>
            </a:extLst>
          </p:cNvPr>
          <p:cNvSpPr txBox="1">
            <a:spLocks/>
          </p:cNvSpPr>
          <p:nvPr/>
        </p:nvSpPr>
        <p:spPr>
          <a:xfrm>
            <a:off x="550863" y="1456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b="1" dirty="0" err="1"/>
              <a:t>Low-Fidelity</a:t>
            </a:r>
            <a:r>
              <a:rPr lang="pt-PT" b="1" dirty="0"/>
              <a:t> </a:t>
            </a:r>
            <a:r>
              <a:rPr lang="pt-PT" b="1" dirty="0" err="1"/>
              <a:t>Prototype</a:t>
            </a:r>
            <a:r>
              <a:rPr lang="pt-PT" b="1" dirty="0"/>
              <a:t> (LFP) – (</a:t>
            </a:r>
            <a:r>
              <a:rPr lang="pt-PT" b="1" dirty="0" err="1"/>
              <a:t>ns</a:t>
            </a:r>
            <a:r>
              <a:rPr lang="pt-PT" b="1" dirty="0"/>
              <a:t> </a:t>
            </a:r>
            <a:r>
              <a:rPr lang="pt-PT" b="1" dirty="0" err="1"/>
              <a:t>pq</a:t>
            </a:r>
            <a:r>
              <a:rPr lang="pt-PT" b="1" dirty="0"/>
              <a:t> mas o fundo parece diferente dos outros </a:t>
            </a:r>
            <a:r>
              <a:rPr lang="pt-PT" b="1" dirty="0" err="1"/>
              <a:t>ns</a:t>
            </a:r>
            <a:r>
              <a:rPr lang="pt-PT" b="1" dirty="0"/>
              <a:t> </a:t>
            </a:r>
            <a:r>
              <a:rPr lang="pt-PT" b="1" dirty="0" err="1"/>
              <a:t>pq</a:t>
            </a:r>
            <a:r>
              <a:rPr lang="pt-PT" b="1" dirty="0"/>
              <a:t>)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047143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A883A-05EA-1FC8-485C-901F9B32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LFP – </a:t>
            </a:r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Evaluation</a:t>
            </a:r>
            <a:r>
              <a:rPr lang="pt-PT" dirty="0"/>
              <a:t> – </a:t>
            </a:r>
            <a:r>
              <a:rPr lang="pt-PT" dirty="0" err="1"/>
              <a:t>part</a:t>
            </a:r>
            <a:r>
              <a:rPr lang="pt-PT" dirty="0"/>
              <a:t> 1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5D86C3-D655-02B7-E067-CACBC9AEF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PT" dirty="0"/>
              <a:t>As </a:t>
            </a:r>
            <a:r>
              <a:rPr lang="pt-PT" dirty="0" err="1"/>
              <a:t>tasks</a:t>
            </a:r>
            <a:r>
              <a:rPr lang="pt-PT" dirty="0"/>
              <a:t> para o </a:t>
            </a:r>
            <a:r>
              <a:rPr lang="pt-PT" dirty="0" err="1"/>
              <a:t>low</a:t>
            </a:r>
            <a:r>
              <a:rPr lang="pt-PT" dirty="0"/>
              <a:t> protótipo:</a:t>
            </a:r>
            <a:endParaRPr lang="pt-PT" b="0" dirty="0">
              <a:effectLst/>
            </a:endParaRPr>
          </a:p>
          <a:p>
            <a:pPr fontAlgn="base"/>
            <a:r>
              <a:rPr lang="pt-PT" dirty="0"/>
              <a:t>Criar um bloco de foco imediato de 50 min, tentar entrar numa app bloqueada, e após isso cancelar o bloco e tentar entrar novamente na mesma app;</a:t>
            </a:r>
          </a:p>
          <a:p>
            <a:pPr fontAlgn="base"/>
            <a:r>
              <a:rPr lang="pt-PT" dirty="0"/>
              <a:t>Criar um bloco de foco de rotina de dormir(23:00-7:00) e definir as apps a bloquear.</a:t>
            </a:r>
          </a:p>
          <a:p>
            <a:pPr fontAlgn="base"/>
            <a:r>
              <a:rPr lang="pt-PT" dirty="0"/>
              <a:t>Criar um objetivo semanal de leitura de 10h.</a:t>
            </a:r>
          </a:p>
          <a:p>
            <a:pPr fontAlgn="base"/>
            <a:r>
              <a:rPr lang="pt-PT" dirty="0"/>
              <a:t> Editar um objetivo de estudo, estava a 2h semanais para 4 h semanais.</a:t>
            </a:r>
          </a:p>
          <a:p>
            <a:pPr fontAlgn="base"/>
            <a:r>
              <a:rPr lang="pt-PT" dirty="0"/>
              <a:t>Alterar o bloco de rotina existente de estudo (todas as quartas das 16:00-18:00) e queremos que altere para terças e quintas no mesmo horário.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46400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C02A41-FE43-ADE2-C289-6C474381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LFP – </a:t>
            </a:r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Evaluation</a:t>
            </a:r>
            <a:r>
              <a:rPr lang="pt-PT" dirty="0"/>
              <a:t> – </a:t>
            </a:r>
            <a:r>
              <a:rPr lang="pt-PT" dirty="0" err="1"/>
              <a:t>part</a:t>
            </a:r>
            <a:r>
              <a:rPr lang="pt-PT" dirty="0"/>
              <a:t> 2 – (aqui acho que escolhemos os que causou maior mudança)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258C2BF-7E84-0EDC-C649-CD7ECD89D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PT" dirty="0"/>
              <a:t>Feedback:</a:t>
            </a:r>
            <a:endParaRPr lang="pt-PT" b="0" dirty="0">
              <a:effectLst/>
            </a:endParaRPr>
          </a:p>
          <a:p>
            <a:r>
              <a:rPr lang="pt-PT" dirty="0"/>
              <a:t>ter um </a:t>
            </a:r>
            <a:r>
              <a:rPr lang="pt-PT" dirty="0" err="1"/>
              <a:t>botao</a:t>
            </a:r>
            <a:r>
              <a:rPr lang="pt-PT" dirty="0"/>
              <a:t> de confirmar as </a:t>
            </a:r>
            <a:r>
              <a:rPr lang="pt-PT" dirty="0" err="1"/>
              <a:t>ediçoes</a:t>
            </a:r>
            <a:r>
              <a:rPr lang="pt-PT" dirty="0"/>
              <a:t>;</a:t>
            </a:r>
            <a:endParaRPr lang="pt-PT" b="0" dirty="0">
              <a:effectLst/>
            </a:endParaRPr>
          </a:p>
          <a:p>
            <a:r>
              <a:rPr lang="pt-PT" dirty="0" err="1"/>
              <a:t>acrecentar</a:t>
            </a:r>
            <a:r>
              <a:rPr lang="pt-PT" dirty="0"/>
              <a:t> </a:t>
            </a:r>
            <a:r>
              <a:rPr lang="pt-PT" dirty="0" err="1"/>
              <a:t>icones</a:t>
            </a:r>
            <a:r>
              <a:rPr lang="pt-PT" dirty="0"/>
              <a:t> de </a:t>
            </a:r>
            <a:r>
              <a:rPr lang="pt-PT" dirty="0" err="1"/>
              <a:t>opçoes</a:t>
            </a:r>
            <a:r>
              <a:rPr lang="pt-PT" dirty="0"/>
              <a:t> nos espaços em branco;</a:t>
            </a:r>
            <a:endParaRPr lang="pt-PT" b="0" dirty="0">
              <a:effectLst/>
            </a:endParaRPr>
          </a:p>
          <a:p>
            <a:r>
              <a:rPr lang="pt-PT" dirty="0"/>
              <a:t>“criar rotina” em vez de “guardar rotina”;</a:t>
            </a:r>
          </a:p>
          <a:p>
            <a:r>
              <a:rPr lang="pt-PT" dirty="0"/>
              <a:t>melhor divisão de cena do foco imediato, foco rotina, </a:t>
            </a:r>
            <a:r>
              <a:rPr lang="pt-PT" dirty="0" err="1"/>
              <a:t>etc</a:t>
            </a:r>
            <a:endParaRPr lang="pt-PT" dirty="0"/>
          </a:p>
          <a:p>
            <a:r>
              <a:rPr lang="pt-PT" dirty="0"/>
              <a:t>nas rotinas termos cuidado para não dar uma espécie de “</a:t>
            </a:r>
            <a:r>
              <a:rPr lang="pt-PT" dirty="0" err="1"/>
              <a:t>overload</a:t>
            </a:r>
            <a:r>
              <a:rPr lang="pt-PT" dirty="0"/>
              <a:t>” com as informações que estão disponíveis</a:t>
            </a:r>
            <a:endParaRPr lang="pt-PT" b="0" dirty="0">
              <a:effectLst/>
            </a:endParaRPr>
          </a:p>
          <a:p>
            <a:r>
              <a:rPr lang="pt-PT" dirty="0"/>
              <a:t>adicionar um botão de apagar as rotinas</a:t>
            </a:r>
            <a:endParaRPr lang="pt-PT" b="0" dirty="0">
              <a:effectLst/>
            </a:endParaRPr>
          </a:p>
          <a:p>
            <a:r>
              <a:rPr lang="pt-PT" dirty="0"/>
              <a:t>adicionar o tipo de foco imediato para mostrar o progresso no objetivo</a:t>
            </a:r>
          </a:p>
        </p:txBody>
      </p:sp>
    </p:spTree>
    <p:extLst>
      <p:ext uri="{BB962C8B-B14F-4D97-AF65-F5344CB8AC3E}">
        <p14:creationId xmlns:p14="http://schemas.microsoft.com/office/powerpoint/2010/main" val="781662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271FC-7AFA-FF41-34B5-E853CAFB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Tools</a:t>
            </a:r>
            <a:r>
              <a:rPr lang="pt-PT" dirty="0"/>
              <a:t> </a:t>
            </a:r>
            <a:r>
              <a:rPr lang="pt-PT" dirty="0" err="1"/>
              <a:t>used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3EEE22-CFE4-D3F3-7503-C81DAAFF3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HTML (</a:t>
            </a:r>
            <a:r>
              <a:rPr lang="pt-PT" dirty="0" err="1"/>
              <a:t>ns</a:t>
            </a:r>
            <a:r>
              <a:rPr lang="pt-PT" dirty="0"/>
              <a:t> o que mais mencionar honestamente)</a:t>
            </a:r>
          </a:p>
        </p:txBody>
      </p:sp>
    </p:spTree>
    <p:extLst>
      <p:ext uri="{BB962C8B-B14F-4D97-AF65-F5344CB8AC3E}">
        <p14:creationId xmlns:p14="http://schemas.microsoft.com/office/powerpoint/2010/main" val="3510889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F5E19-7DA8-EAF3-9BE6-07AB4F1E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466" y="0"/>
            <a:ext cx="6993467" cy="2699808"/>
          </a:xfrm>
        </p:spPr>
        <p:txBody>
          <a:bodyPr>
            <a:normAutofit fontScale="90000"/>
          </a:bodyPr>
          <a:lstStyle/>
          <a:p>
            <a:r>
              <a:rPr lang="pt-PT" dirty="0" err="1"/>
              <a:t>High-Fidelity</a:t>
            </a:r>
            <a:r>
              <a:rPr lang="pt-PT" dirty="0"/>
              <a:t> </a:t>
            </a:r>
            <a:r>
              <a:rPr lang="pt-PT" dirty="0" err="1"/>
              <a:t>Prototype</a:t>
            </a:r>
            <a:r>
              <a:rPr lang="pt-PT" dirty="0"/>
              <a:t> (HFP) – parte 1 (aqui acho que podemos falar um bocado do nosso antes da aula de segunda)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1C91ED-A75C-D5D2-436C-BECD07E1E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91" y="4886049"/>
            <a:ext cx="4390878" cy="197195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608EDC7-169E-249B-8837-70E8CCD5B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3805"/>
            <a:ext cx="4390879" cy="18141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B3F35C3-75E7-8650-725A-2F41F9696D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337390" cy="498580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F884AD0-1EC1-A0E1-E761-4EBA55BC7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91" y="2323571"/>
            <a:ext cx="4337390" cy="245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96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0155189-D96C-4527-B0EC-654B946BE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C7606E-6003-C154-DE24-C9C701370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53" y="0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High-Fidelity Prototype (HFP) –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parte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A7D996-B91C-130A-C159-38D25D659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85" y="1691686"/>
            <a:ext cx="3708794" cy="491231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19B4879-980A-2B5D-1895-104229E74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591" y="1691686"/>
            <a:ext cx="3782479" cy="491231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930B27-52C2-C954-BCFF-592636E09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2646" y="1691686"/>
            <a:ext cx="4028096" cy="491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266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D11A-56BE-F31A-8B78-5D74D6F1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48F27-F02A-D439-6664-283BA6F31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HFP – </a:t>
            </a:r>
            <a:r>
              <a:rPr lang="pt-PT" dirty="0" err="1"/>
              <a:t>Tasks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C2F9F7E-1FDF-9C3C-7289-441760342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pt-PT" dirty="0"/>
              <a:t>Criar um bloco de foco imediato de 50 min, e utilizar a pausa e o término;</a:t>
            </a:r>
          </a:p>
          <a:p>
            <a:pPr fontAlgn="base"/>
            <a:r>
              <a:rPr lang="pt-PT" dirty="0"/>
              <a:t>Criar um bloco de foco de rotina de dormir(23:00-7:00) e definir as apps a bloquear.</a:t>
            </a:r>
          </a:p>
          <a:p>
            <a:pPr fontAlgn="base"/>
            <a:r>
              <a:rPr lang="pt-PT" dirty="0"/>
              <a:t>Criar um objetivo semanal de um hobby a sua escolha. E depois acrescenta que progrediste X tempo nesse objetivo.</a:t>
            </a:r>
          </a:p>
          <a:p>
            <a:pPr fontAlgn="base"/>
            <a:r>
              <a:rPr lang="pt-PT" dirty="0"/>
              <a:t> Editar um objetivo de leitura, estava a 10h semanais para 8h semanais.</a:t>
            </a:r>
          </a:p>
          <a:p>
            <a:pPr fontAlgn="base"/>
            <a:r>
              <a:rPr lang="pt-PT" dirty="0"/>
              <a:t>Alterar o bloco de rotina existente de estudo (todas as quartas das 16:00-18:00) e queremos que altere para terças e quintas no mesmo horário.</a:t>
            </a:r>
          </a:p>
          <a:p>
            <a:pPr fontAlgn="base"/>
            <a:r>
              <a:rPr lang="pt-PT" dirty="0"/>
              <a:t>Altera agora o </a:t>
            </a:r>
            <a:r>
              <a:rPr lang="pt-PT" dirty="0" err="1"/>
              <a:t>preset</a:t>
            </a:r>
            <a:r>
              <a:rPr lang="pt-PT" dirty="0"/>
              <a:t> de Estudo de forma que possa ser utilizado o </a:t>
            </a:r>
            <a:r>
              <a:rPr lang="pt-PT" dirty="0" err="1"/>
              <a:t>youtube</a:t>
            </a:r>
            <a:r>
              <a:rPr lang="pt-PT" dirty="0"/>
              <a:t>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455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DC5AF-E973-9099-8C5C-5CE85DAD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HFP – </a:t>
            </a:r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Evaluation</a:t>
            </a:r>
            <a:r>
              <a:rPr lang="pt-PT" dirty="0"/>
              <a:t> – (aqui mencionamos as grandes mudanças que fizemos)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956B283-C619-78C4-81A8-739895A9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PT" dirty="0"/>
              <a:t>SUS = 92.3</a:t>
            </a:r>
          </a:p>
          <a:p>
            <a:r>
              <a:rPr lang="pt-PT" dirty="0"/>
              <a:t> Observações:</a:t>
            </a:r>
          </a:p>
          <a:p>
            <a:r>
              <a:rPr lang="en-GB" dirty="0" err="1"/>
              <a:t>Alterar</a:t>
            </a:r>
            <a:r>
              <a:rPr lang="en-GB" dirty="0"/>
              <a:t> o </a:t>
            </a:r>
            <a:r>
              <a:rPr lang="en-GB" dirty="0" err="1"/>
              <a:t>nome</a:t>
            </a:r>
            <a:r>
              <a:rPr lang="en-GB" dirty="0"/>
              <a:t> da “apps a </a:t>
            </a:r>
            <a:r>
              <a:rPr lang="en-GB" dirty="0" err="1"/>
              <a:t>bloquear</a:t>
            </a:r>
            <a:r>
              <a:rPr lang="en-GB" dirty="0"/>
              <a:t>” para “preset”</a:t>
            </a:r>
            <a:endParaRPr lang="pt-PT" dirty="0"/>
          </a:p>
          <a:p>
            <a:r>
              <a:rPr lang="en-GB" dirty="0"/>
              <a:t>Ter um select all e </a:t>
            </a:r>
            <a:r>
              <a:rPr lang="en-GB" dirty="0" err="1"/>
              <a:t>começar</a:t>
            </a:r>
            <a:r>
              <a:rPr lang="en-GB" dirty="0"/>
              <a:t> com as apps </a:t>
            </a:r>
            <a:r>
              <a:rPr lang="en-GB" dirty="0" err="1"/>
              <a:t>todas</a:t>
            </a:r>
            <a:r>
              <a:rPr lang="en-GB" dirty="0"/>
              <a:t> </a:t>
            </a:r>
            <a:r>
              <a:rPr lang="en-GB" dirty="0" err="1"/>
              <a:t>bloqueadas</a:t>
            </a:r>
            <a:r>
              <a:rPr lang="en-GB" dirty="0"/>
              <a:t>,</a:t>
            </a:r>
            <a:endParaRPr lang="pt-PT" dirty="0"/>
          </a:p>
          <a:p>
            <a:r>
              <a:rPr lang="en-GB" dirty="0" err="1"/>
              <a:t>Voltar</a:t>
            </a:r>
            <a:r>
              <a:rPr lang="en-GB" dirty="0"/>
              <a:t> para </a:t>
            </a:r>
            <a:r>
              <a:rPr lang="en-GB" dirty="0" err="1"/>
              <a:t>cima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para </a:t>
            </a:r>
            <a:r>
              <a:rPr lang="en-GB" dirty="0" err="1"/>
              <a:t>tras</a:t>
            </a:r>
            <a:r>
              <a:rPr lang="en-GB" dirty="0"/>
              <a:t> </a:t>
            </a:r>
            <a:r>
              <a:rPr lang="en-GB" dirty="0" err="1"/>
              <a:t>quando</a:t>
            </a:r>
            <a:r>
              <a:rPr lang="en-GB" dirty="0"/>
              <a:t> </a:t>
            </a:r>
            <a:r>
              <a:rPr lang="en-GB" dirty="0" err="1"/>
              <a:t>criamos</a:t>
            </a:r>
            <a:r>
              <a:rPr lang="en-GB" dirty="0"/>
              <a:t> o preset novo</a:t>
            </a:r>
            <a:endParaRPr lang="pt-PT" dirty="0"/>
          </a:p>
          <a:p>
            <a:r>
              <a:rPr lang="en-GB" dirty="0"/>
              <a:t>ter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dias</a:t>
            </a:r>
            <a:r>
              <a:rPr lang="en-GB" dirty="0"/>
              <a:t>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selecionados</a:t>
            </a:r>
            <a:r>
              <a:rPr lang="en-GB" dirty="0"/>
              <a:t> </a:t>
            </a:r>
            <a:r>
              <a:rPr lang="en-GB" dirty="0" err="1"/>
              <a:t>minutos</a:t>
            </a:r>
            <a:r>
              <a:rPr lang="en-GB" dirty="0"/>
              <a:t> </a:t>
            </a:r>
            <a:r>
              <a:rPr lang="en-GB" dirty="0" err="1"/>
              <a:t>ja</a:t>
            </a:r>
            <a:r>
              <a:rPr lang="en-GB" dirty="0"/>
              <a:t> 00</a:t>
            </a:r>
            <a:endParaRPr lang="pt-PT" dirty="0"/>
          </a:p>
          <a:p>
            <a:r>
              <a:rPr lang="en-GB" dirty="0"/>
              <a:t>Quando </a:t>
            </a:r>
            <a:r>
              <a:rPr lang="en-GB" dirty="0" err="1"/>
              <a:t>criar</a:t>
            </a:r>
            <a:r>
              <a:rPr lang="en-GB" dirty="0"/>
              <a:t> </a:t>
            </a:r>
            <a:r>
              <a:rPr lang="en-GB" dirty="0" err="1"/>
              <a:t>rotina</a:t>
            </a:r>
            <a:r>
              <a:rPr lang="en-GB" dirty="0"/>
              <a:t>, </a:t>
            </a:r>
            <a:r>
              <a:rPr lang="en-GB" dirty="0" err="1"/>
              <a:t>ir</a:t>
            </a:r>
            <a:r>
              <a:rPr lang="en-GB" dirty="0"/>
              <a:t> para “</a:t>
            </a:r>
            <a:r>
              <a:rPr lang="en-GB" dirty="0" err="1"/>
              <a:t>rotinas</a:t>
            </a:r>
            <a:r>
              <a:rPr lang="en-GB" dirty="0"/>
              <a:t> </a:t>
            </a:r>
            <a:r>
              <a:rPr lang="en-GB" dirty="0" err="1"/>
              <a:t>criadas</a:t>
            </a:r>
            <a:r>
              <a:rPr lang="en-GB" dirty="0"/>
              <a:t>”</a:t>
            </a:r>
            <a:endParaRPr lang="pt-PT" dirty="0"/>
          </a:p>
          <a:p>
            <a:r>
              <a:rPr lang="en-GB" dirty="0" err="1"/>
              <a:t>Rotinas</a:t>
            </a:r>
            <a:r>
              <a:rPr lang="en-GB" dirty="0"/>
              <a:t> </a:t>
            </a:r>
            <a:r>
              <a:rPr lang="en-GB" dirty="0" err="1"/>
              <a:t>estar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 </a:t>
            </a:r>
            <a:r>
              <a:rPr lang="en-GB" dirty="0" err="1"/>
              <a:t>baixo</a:t>
            </a:r>
            <a:r>
              <a:rPr lang="en-GB" dirty="0"/>
              <a:t> com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objetivos</a:t>
            </a:r>
            <a:endParaRPr lang="pt-PT" dirty="0"/>
          </a:p>
          <a:p>
            <a:r>
              <a:rPr lang="en-GB" dirty="0"/>
              <a:t>Trocar o </a:t>
            </a:r>
            <a:r>
              <a:rPr lang="en-GB" dirty="0" err="1"/>
              <a:t>nome</a:t>
            </a:r>
            <a:r>
              <a:rPr lang="en-GB" dirty="0"/>
              <a:t> de “apps” para “Preset”</a:t>
            </a:r>
            <a:endParaRPr lang="pt-PT" dirty="0"/>
          </a:p>
          <a:p>
            <a:r>
              <a:rPr lang="en-GB" dirty="0"/>
              <a:t>Nos presets </a:t>
            </a:r>
            <a:r>
              <a:rPr lang="en-GB" dirty="0" err="1"/>
              <a:t>aparecer</a:t>
            </a:r>
            <a:r>
              <a:rPr lang="en-GB" dirty="0"/>
              <a:t> </a:t>
            </a:r>
            <a:r>
              <a:rPr lang="en-GB" dirty="0" err="1"/>
              <a:t>todos</a:t>
            </a:r>
            <a:r>
              <a:rPr lang="en-GB" dirty="0"/>
              <a:t>, e </a:t>
            </a:r>
            <a:r>
              <a:rPr lang="en-GB" dirty="0" err="1"/>
              <a:t>selecionar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67556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547A72-8ED6-7DEC-4E20-CF6214358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PT" dirty="0"/>
              <a:t>Demo – (e aqui metemos um vídeo do protótipo “final” com as mudanças, e enquanto o vídeo dá </a:t>
            </a:r>
            <a:r>
              <a:rPr lang="pt-PT" dirty="0" err="1"/>
              <a:t>menciomanos</a:t>
            </a:r>
            <a:r>
              <a:rPr lang="pt-PT" dirty="0"/>
              <a:t> as mudanças que forma identificadas e tal)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6AF99D2-EB87-836F-5D85-DEFFD86E7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4103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6C683E-C322-F935-8988-489128122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Future </a:t>
            </a:r>
            <a:r>
              <a:rPr lang="pt-PT" dirty="0" err="1"/>
              <a:t>Work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C6CBFD2-96AF-850B-12BB-F69A5F8AB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Aquilo de ter estatísticas.</a:t>
            </a:r>
          </a:p>
          <a:p>
            <a:r>
              <a:rPr lang="pt-PT" dirty="0"/>
              <a:t>E tenho uma impressão que tínhamos mencionado alguma cena sobre recompensas por ser disciplinado ou algo assim, </a:t>
            </a:r>
            <a:r>
              <a:rPr lang="pt-PT" dirty="0" err="1"/>
              <a:t>ns</a:t>
            </a:r>
            <a:r>
              <a:rPr lang="pt-PT" dirty="0"/>
              <a:t> se querem mencionar tal</a:t>
            </a:r>
          </a:p>
          <a:p>
            <a:r>
              <a:rPr lang="pt-PT" dirty="0"/>
              <a:t>Se não podemos </a:t>
            </a:r>
            <a:r>
              <a:rPr lang="pt-PT" dirty="0" err="1"/>
              <a:t>tbm</a:t>
            </a:r>
            <a:r>
              <a:rPr lang="pt-PT" dirty="0"/>
              <a:t> dizer que podem ter amigos e ver o progresso de um do outro</a:t>
            </a:r>
          </a:p>
        </p:txBody>
      </p:sp>
    </p:spTree>
    <p:extLst>
      <p:ext uri="{BB962C8B-B14F-4D97-AF65-F5344CB8AC3E}">
        <p14:creationId xmlns:p14="http://schemas.microsoft.com/office/powerpoint/2010/main" val="138444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1AE91-9E81-88BE-2A5D-2B0A2972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Group</a:t>
            </a:r>
            <a:r>
              <a:rPr lang="pt-PT" dirty="0"/>
              <a:t> </a:t>
            </a:r>
            <a:r>
              <a:rPr lang="pt-PT" dirty="0" err="1"/>
              <a:t>Assessment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8D58835-7C74-34A4-26A9-BE6FDA6AC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/>
              <a:t>Ns</a:t>
            </a:r>
            <a:r>
              <a:rPr lang="pt-PT" dirty="0"/>
              <a:t> se querem ter este slide, presumo que vamos por 33% para todos então se for esse o caso podemos retirar este slide</a:t>
            </a:r>
          </a:p>
        </p:txBody>
      </p:sp>
    </p:spTree>
    <p:extLst>
      <p:ext uri="{BB962C8B-B14F-4D97-AF65-F5344CB8AC3E}">
        <p14:creationId xmlns:p14="http://schemas.microsoft.com/office/powerpoint/2010/main" val="2436704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816</Words>
  <Application>Microsoft Office PowerPoint</Application>
  <PresentationFormat>Ecrã Panorâmico</PresentationFormat>
  <Paragraphs>72</Paragraphs>
  <Slides>16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do Office</vt:lpstr>
      <vt:lpstr>Unplug</vt:lpstr>
      <vt:lpstr>Problema</vt:lpstr>
      <vt:lpstr>Personas - João Marques</vt:lpstr>
      <vt:lpstr>Requisitos Funcionais</vt:lpstr>
      <vt:lpstr>Requisitos Não Funcionais</vt:lpstr>
      <vt:lpstr>Apresentação do PowerPoint</vt:lpstr>
      <vt:lpstr>LFP – User Evaluation – part 1</vt:lpstr>
      <vt:lpstr>LFP – User Evaluation – part 2 – (aqui acho que escolhemos os que causou maior mudança)</vt:lpstr>
      <vt:lpstr>Tools used</vt:lpstr>
      <vt:lpstr>High-Fidelity Prototype (HFP) – parte 1 (aqui acho que podemos falar um bocado do nosso antes da aula de segunda)</vt:lpstr>
      <vt:lpstr>High-Fidelity Prototype (HFP) – parte 2</vt:lpstr>
      <vt:lpstr>HFP – Tasks</vt:lpstr>
      <vt:lpstr>HFP – User Evaluation – (aqui mencionamos as grandes mudanças que fizemos)</vt:lpstr>
      <vt:lpstr>Demo – (e aqui metemos um vídeo do protótipo “final” com as mudanças, e enquanto o vídeo dá menciomanos as mudanças que forma identificadas e tal) </vt:lpstr>
      <vt:lpstr>Future Work</vt:lpstr>
      <vt:lpstr>Group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Oliveira</dc:creator>
  <cp:lastModifiedBy>Daniel Oliveira</cp:lastModifiedBy>
  <cp:revision>3</cp:revision>
  <dcterms:created xsi:type="dcterms:W3CDTF">2026-05-20T14:54:38Z</dcterms:created>
  <dcterms:modified xsi:type="dcterms:W3CDTF">2026-05-24T14:36:51Z</dcterms:modified>
</cp:coreProperties>
</file>